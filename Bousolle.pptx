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8" r:id="rId2"/>
    <p:sldId id="259" r:id="rId3"/>
    <p:sldId id="262" r:id="rId4"/>
    <p:sldId id="297" r:id="rId5"/>
    <p:sldId id="294" r:id="rId6"/>
    <p:sldId id="295" r:id="rId7"/>
    <p:sldId id="296" r:id="rId8"/>
    <p:sldId id="291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599"/>
  </p:normalViewPr>
  <p:slideViewPr>
    <p:cSldViewPr snapToGrid="0">
      <p:cViewPr varScale="1">
        <p:scale>
          <a:sx n="90" d="100"/>
          <a:sy n="90" d="100"/>
        </p:scale>
        <p:origin x="1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48:18.848"/>
    </inkml:context>
    <inkml:brush xml:id="br0">
      <inkml:brushProperty name="width" value="0.05" units="cm"/>
      <inkml:brushProperty name="height" value="0.05" units="cm"/>
      <inkml:brushProperty name="color" value="#F6EFDC"/>
    </inkml:brush>
  </inkml:definitions>
  <inkml:trace contextRef="#ctx0" brushRef="#br0">2407 2255 24575,'88'0'0,"0"0"0,-20 0 0,2 0 0,5 0 0,2 0 0,6 0 0,4 0 0,1 0-1967,-10 0 1,1 1 0,2-1 0,2 0 0,3-1 1717,0 0 1,3-1 0,3-1 0,1 1-1,0-1 1,0 0-112,2 1 1,0-1 0,0 0 0,2 1 0,0-2 0,1 1 359,-8-1 0,2 0 0,0 0 0,1 0 0,0-1 0,0 0 0,-2-1-126,-1 1 1,0-2-1,-1 1 1,1-1-1,-1 1 1,1-1-1,0 0 126,1 0 0,2 1 0,0-1 0,-1 0 0,1 0 0,-2 0 0,0-1-290,-3 0 0,0-1 0,-1 0 1,0 0-1,-2 0 0,-2 0 0,-2 1 290,13-1 0,-2 0 0,-3 0 0,-3 0 0,0 1 179,8-2 0,-2 0 0,-3 0 0,-4 2-179,2 0 0,-5 1 0,-2 0 497,-11 0 1,-2 0 0,0 0-498,1 0 0,0 0 0,-4 0 1436,11 1 1,-8 1-1437,16-3 4546,-32 8-4546,-123 0 0,-9-2 0,-23 4-340,31 4 0,-13 3 0,-7 3 0,-4 1 0,1 0 0,3-1 340,6-2 0,3 1 0,-1 0 0,-1 0 0,-4 1 0,-5 2-308,7-1 1,-6 1-1,-5 2 1,-2 0-1,-1 0 1,1 1-1,2 0 1,4 0-1,6-1 308,-11 4 0,6 0 0,4 0 0,0 0 0,-3-1 0,-6 1-311,13-4 1,-3-1 0,-4 1 0,-2-1 0,-1 1 0,0-1 0,2 0 0,2 1 0,3-1 310,-9 3 0,2 1 0,2-1 0,1 0 0,2 0 0,0 0 0,0-1-339,-9 2 1,0 0 0,2-1 0,0 0 0,3-1 0,1 1 338,-5 0 0,1-1 0,3 0 0,2 0 0,6 0 169,2 1 1,4 1-1,3-2 1,3-1-170,-8 1 0,4-3 0,-2 2 474,-10 3 0,0 0 0,6-1-474,-5-2 0,11-1 3069,-11 9-3069,31-15 4589,50-3-4589,66-23 0,2 1 0,11-1 98,-3 2 1,6 1-1,3-2-98,-5 0 0,3-2 0,1 0 0,-2 3 0,11 1 0,-1 2 0,4-1 0,-7-1 0,5-1 0,1-1 0,-4 4-581,15 1 1,-3 3-1,2 1 581,-13 0 0,2 0 0,-1 1 0,-4 1 0,5 0 0,-4 1 0,-1 1-433,0 3 1,-1 0-1,-7 0 433,2 0 0,-5 0-135,-2 0 0,-3 0 135,-10 0 0,-6 0 2779,5 0-2779,-18 6 4273,-17 0-4273,-12 6 2091,-1 0-2091,-10-1 0,-76 14 0,8 2 0,-17 8-1254,21-9 0,-10 2 1,-6 3-1,0 0 1,3-2 1253,-9 5 0,1 0 0,0 0 0,-4 2 0,5-1 0,-4 3 0,-2 0 0,4-1 0,8-4-682,-12 2 1,7-5 0,4 0 681,10-4 0,3 0 0,1-2 0,6 0 0,1-1 0,1-2 0,-17 0 0,1 1-368,-7 11 1,4-1 367,21-16 0,4-2 0,-20 17 0,27-17 5395,35-2-5395,14-5 0,58-17 0,2-10 0,12-3-942,5 4 1,10 0-1,5-4 942,-4-2 0,6-4 0,4 0 0,4 0-645,-18 8 1,4 0 0,2 1 0,1 0-1,-1 0 1,-2 0 644,6-2 0,-1 1 0,-2 0 0,1 1 0,0 0 0,2-1 0,-1 1 0,2 0 0,1 1 0,3 0-533,-3 3 1,6-1 0,1 1 0,-1 1 0,-4 1 0,-8 0 532,1 2 0,-9 1 0,0 0 0,9-2-305,-12 2 0,8-3 0,4 0 0,1-1 0,-1 1 0,-6 2 0,-8 2 305,6 2 0,-8 2 0,-2 0 0,2 0 186,9-3 1,2-1 0,-1 1-1,-6 0-186,-2 2 0,-4 0 0,-2 1 1006,27-1 0,-10 2-1006,6-2 3444,-1 7-3444,-30 0 5208,-23 0-5208,-37 0 0,-49 2 0,-38 6 0,2 10 0,-11 6 0,-10 1-498,29-8 0,-6 1 0,-4 1 0,-3 0 0,1 0 0,1 2 498,-1 0 0,0 1 0,-1 1 0,0 0 0,1 1 0,-1-2-514,1 1 1,-1-1 0,0 1 0,1-1 0,4-1-1,3-1 514,-13 4 0,4-1 0,5-2 0,2-3-520,-4 0 0,4-3 0,2 1 520,5 4 0,1 1 0,3-3-383,-18-1 0,3-1 383,-3 5 0,4-1 1750,11-5 1,10-3-1751,7 3 0,46-6 0,70-1 0,44-11-204,-18-12 1,9-8 0,10-1 203,-27 10 0,7 1 0,4-1 0,3 0 0,2-2 0,0-3-289,-3-2 0,4-2 0,1-3 0,1-1 0,0 0 0,-1 1 0,-1 2 289,-5 2 0,-1 1 0,-1 0 0,1 1 0,0 0 0,2-1 0,2-1-268,2 0 0,4-2 1,2 0-1,1 0 0,-1 0 1,-3 1-1,-4 2 0,-7 1 268,8-1 0,-8 3 0,-3 1 0,0 0 0,3 0-357,11-2 1,2 0 0,1 0-1,-2 2 1,-7 0 356,-2 1 0,-4 1 0,-3 1 0,-3 1 330,8-1 1,-4 2 0,1 0-331,5-2 0,1 1 0,-5 0 1082,16-3 0,-13 4-1082,0 10 0,-125-4 0,-33 4 0,-4 11 0,-15 10 0,-10 4 0,-5-1 0,19-7 0,-5 0 0,-5 1 0,-3 0 0,-2 0 0,1 2 0,3 1 0,-2 2 0,0 2 0,0 1 0,0 0 0,0 1 0,0-1 0,1-1-44,0-1 1,-1 1-1,0-1 1,1-1 0,2 1-1,3-2 1,4-1 43,-8 3 0,4-2 0,4 0 0,2-2 0,3-1-115,-1 0 0,3-2 0,2-1 1,0 0 114,-2-1 0,-1-1 0,1-1 0,4 1-285,-11 3 1,3 0 0,1-1 284,-3-1 0,0-1 0,5-1 1225,-12 4 0,12 0-1225,-14 1 0,162-17 0,0-17 0,15-10 0,10 0 0,-22 10 0,6 0 0,5-1 0,4 0 0,3-2 0,1-2 0,-3 0 0,3-3 0,4-1 0,3-1 0,0-1 0,-1 1 0,0 0 0,-2 2-137,-6 2 0,-1 0 1,-1 1-1,1 0 0,-1 0 1,0 0-1,0 1 0,1 0 137,0 0 0,3 0 0,0-1 0,-1 2 0,0-1 0,-3 2 0,-3 0 0,-4 2-124,14-4 0,-4 1 1,-4 2-1,-3 1 1,-2 1 123,0 1 0,-4 1 0,-1 1 0,0 0-300,21-2 1,0 2-1,-5-2 300,-19 3 0,-4-1 0,2 0 669,17-2 0,3 1 0,-10 1-669,0 2 0,-37 1 0,-139-8 0,36 22 0,-17 6 0,-12 5 0,-8 3 0,-4 1 0,1 0 0,4-2-106,12-3 0,0 0 0,0 1 0,0-1 0,-3 2 0,-3 0 0,-3 1 0,-6 2 106,19-3 0,-5 0 0,-4 2 0,-3 0 0,-3 1 0,-1 1 0,-1 0 0,-1 0 0,1 0 0,1 0 0,3 1 0,2-1 0,3-1 0,5 0-140,-16 5 0,4-1 0,3 0 1,3 0-1,1 0 0,1 0 1,-1 0-1,-2 0 0,-2 0 140,1-1 0,-2 0 0,-2 0 0,-1 1 0,0-1 0,1 0 0,3-1 0,2 0 0,4-1 0,6-1 0,-14 4 0,5-2 0,4 0 0,3-1 0,3-1 0,1 1 0,-20 4 0,6 0 0,1-1 0,-2-1-232,15-5 1,-2 0-1,0-1 1,3 0-1,3 1 232,-22 7 0,6 0 0,-3 0 245,13-7 0,-2 0 0,1 0 1,6-2-246,-1 2 0,5-2 0,12 0 2161,-18 5-2161,112-36 0,45-18 0,8-1 0,-19 10 0,5-1 0,6-1 0,5-1 0,5-3 0,-9 2 0,7-2 0,4-2 0,2-1 0,3-1 0,-1 0 0,-2 2 0,-3 0 0,3 0 0,0 0 0,-2 1 0,0 1 0,-1-1 0,0 0 0,0 1-73,-3 0 0,2-1 1,0 0-1,-2 0 0,-1 1 1,-4 3-1,-3 1 73,23-6 0,-5 4 0,-5 1 0,-5 2 24,0-2 1,-6 3 0,0 1-25,-4 3 0,0 2 0,0-1 0,1-1 0,1-1 0,-4 2 0,16-2 0,-14-1-456,-12-20 456,-98 50 0,-43 19 0,-21 8 0,0-1 0,24-8 0,-6 2 0,-3 0 0,-5 3 0,-3 0 0,-2 2 0,-3 0 0,14-4 0,-4 1 0,-3 2 0,-2 0 0,-2 1 0,-1 1 0,-1-1 0,1 1 0,2 0 0,1-1 0,2-1 0,-8 3 0,2 1 0,0-1 0,1 1 0,1-1 0,0 0 0,1 0 0,-1-1 0,-1 0 0,1-1 0,-3 1 0,-1-1 0,1 1 0,0-2 0,3 0 0,3-1 0,3-2 0,6-1-120,-18 5 0,7-2 1,4-2-1,4-2 0,2 0 120,1 1 0,4-2 0,2-1 0,-2 1 0,-3 3 0,-2 0 0,3-1 0,3-1-176,-2-1 1,4-2 0,-3 2 175,4-2 0,-5 3 0,3-1 0,8-4 1366,-9 3 1,11-4-1367,-26 5 0,127-43 0,50-19 0,7-4 0,-21 9 0,6-3 0,5-2 0,4-1 0,5-3 0,-20 9 0,3-2 0,4-1 0,3-2 0,1 0 0,1 0 0,-1 0 0,0 0 0,-3 2-115,7-2 1,-2 0 0,1 1-1,-1 0 1,0 0 0,0 1 0,0-1-1,0 1 115,-2-1 0,3 0 0,-1 0 0,0 0 0,-1 1 0,-2 1 0,-4 2 0,-5 2-60,12-3 1,-5 3 0,-3 2 0,-3 1 0,-2 0 59,2-1 0,-3 2 0,-2 0 0,-1 2-372,16-6 1,-1 2-1,-4 2 372,15-5 0,0 1 732,-20 8 0,3 1 1,-10 2-733,0 0 0,-31 9 0,-82 26 0,-41 14 0,24-5 0,-9 5 0,-7 3 0,-5 1 0,-5 2 0,10-6 0,-6 2 0,-5 1 0,-2 1 0,-2 1 0,0 0 0,1 0 0,4 0 0,4-1 0,1 1 0,1-1 0,0 1 0,0 0 0,1 0 0,0 0 0,-1-2-151,-9 5 0,-2-1 0,0 0 0,1 0 0,3-2 0,3-1 0,7-1 151,-17 6 0,6-1 0,6-3 0,3-2-92,-4 0 1,4-3 0,1 0 91,1 0 0,1-1 0,3-1-221,-13 4 1,-1 0 220,14-6 0,-3 0 0,9-2 1572,13-2 1,8-3-1573,-28 9 0,124-48 0,44-19 0,-29 12 0,10-4 0,6-4 0,5-2 0,2-1 0,-5 2 0,3-1 0,3-3 0,3-1 0,3 0 0,2-2 0,2 1 0,-14 5 0,4-1 0,2 0 0,2-2 0,1 1 0,1-1 0,0 0 0,-2 2 0,-1 0 0,-2 2-183,-1 0 0,0 1 0,0 0 0,-2 2 0,0-1 0,-1 2 1,0-1-1,-1 1 0,-1 1 183,3-2 0,1-1 0,0 1 0,-2 1 0,-1 0 0,-3 2 0,-2 2 0,-5 3 0,32-9 0,-7 5 0,-5 2 0,-8 2-14,-8 3 1,-7 2-1,0 0 14,2 0 0,-1 1 0,0 0 0,-1-2 0,-1 0 0,-4 2 0,29-1 0,-39 3-2586,-85-1 2586,-22 26 0,-30 18 0,-19 11 0,-10 7 0,0-1 0,8-6 0,20-9 0,0-2 0,0 0 0,0 0 0,-3 2 0,-2 0 0,-4 3 0,9-2 0,-5 1 0,-2 2 0,-3 2 0,-2 0 0,2 0 0,0-1 0,2 1 0,4-2 0,5-1 0,-8 3 0,3-1 0,3-1 0,3 0 0,1 0 0,1-1 0,1-1 0,-20 7 0,2 0 0,3-2 0,3 0 0,4-2-134,4-2 1,4-2 0,2 0-1,1 0 134,2 1 0,0 0 0,2-1 0,2-1 391,-7 0 0,4-1 0,-1 0-391,-2 3 0,1 0 0,2-1 1292,-17 4 0,12-4-1292,11 5 4095,56-17-4095,65-30 0,37-20 0,-19 9 0,5-4 0,2 0 308,10-2 1,1-2 0,0-1-309,-4-1 0,-2-1 0,-6 5 0,1 5 0,-5 3 685,-1 0 1,-3 1-686,-11 3 0,-3 2 124,-2 3 1,-3 1-125,37-11 0,-83 16 0,-42 20 0,-42 22 0,-7 3-1232,4-3 1,-7 2-1,-7 3 1,-8 3 1231,27-10 0,-6 2 0,-5 2 0,-3 1 0,0 1 0,0-1 0,2 1 0,4-2-271,0 1 0,2-1 0,2 0 0,0 1 1,1-1-1,0 0 0,-2-1 271,-1 2 0,-4 0 0,1 0 0,0 0 0,3-2 0,4 0 0,7-2-207,-11 6 1,6-2 0,6-1 0,2-2 206,-3 0 0,4-2 0,1 1-251,0 1 1,0 1 0,3-3 250,-11 3 0,1-1 0,-16 12 0,5-1 3313,-3 2-3313,62-12 0,71-42 0,45-23 0,8-5 0,-23 9 0,4-3 0,5-2 0,5-3 0,6-2 0,-18 5 0,3-1 0,5-3 0,2-1 0,3-2 0,1 0 0,2-1 0,0 0 0,1 0-162,-13 6 1,1-1 0,3-1 0,0 0 0,2 0 0,0-1 0,0 0 0,0 0 0,0 0 0,-2 1 0,0-1-1,-2 1 162,10-4 0,-1 0 0,-1 0 0,0 0 0,-1 0 0,-1 0 0,1 0 0,-1 1 0,0 0 0,1 1-195,-4 0 1,1 1 0,0 0 0,0 0-1,0 1 1,-1 0 0,0 0 0,-1 1-1,-1 0 1,0 1 194,2-1 0,0 1 0,1-1 0,-1 2 0,-2-1 0,-1 2 0,-2 0 0,-4 2 0,-3 1 0,21-9 0,-7 3 0,-4 2 0,1-1 0,3 0 0,-5 2 0,5-1 0,0 0 0,-2 0 0,-3 3 0,-6 1-320,2 0 1,-4 2 0,-6 2 0,-2-1 319,1-1 0,-5 1 0,2 0 580,9-2 1,2 0-1,-6 1-580,-1 0 0,-10 5 3264,3 4-3264,-60 11 0,-57 18 0,-43 20 0,26-8 0,-11 6 0,-8 2 0,-2 2 0,3-2 0,-2-1 0,0-1 0,-2 0 0,-1 2 0,-2 2 0,17-5 0,-4 2 0,-2 1 0,1 0 0,1 0 0,3-1 0,5-3 0,-24 7 0,6-2 0,4-2 0,4 0 145,-1 3 0,4-1 1,1-1-146,-2-2 0,-1-1 0,5 0 0,-10 6 0,1 0-65,9-9 0,-4 0 0,10-3 65,8-3 0,16-1 0,20 2 0,61-28 0,42-18 0,20-8 0,-3 2-669,-6 3 0,4-1 1,5-2-1,5-1 0,6-3 669,-25 7 0,6-2 0,3-1 0,3-2 0,2 0 0,0-1 0,0 2 0,-2 0 0,-3 2 0,3-1 0,-1 2 0,-1 0 0,0 1 0,-1 0 0,0 0 0,1 0 0,-1 0 0,2 0 0,2-1 0,0 0 0,-1 0 0,0 1 0,-2 1 0,-2 1 0,-4 2-175,5-1 0,-1 3 0,-4 0 0,-1 2 0,-3 0 0,-2 1 175,16-3 0,-4 3 0,-2-1 0,2 0-212,-12 3 0,2-1 0,0 0 0,-1 1 0,-4 0 212,25-4 0,-4 1 0,1 1 273,-20 5 0,1 1 0,-1 0 0,-3 0-273,24-6 0,-3-1 0,-51 16 0,-117 39 0,17-15 0,-18 3 0,-12 2 0,-7 2 0,-2 1 0,2-1 0,14-5 0,-2 1 0,-1 0 0,-2 1 0,-2 0 0,-4 1 0,-3 1 0,-4 2 0,18-5 0,-5 1 0,-3 2 0,-3 1 0,-3 0 0,-1 1 0,-1 0 0,-1 1 0,1-1 0,1 0 0,1-1 0,3 0 0,3-1 0,3-2-24,-9 3 0,3-1 0,2 0 0,2-2 0,1 0 0,1 0 1,0 1-1,-1-1 0,0 1 0,-3 1 24,-6 1 0,-3 2 0,-1 1 0,-1 0 0,1 0 0,0 0 0,3-1 0,2-1 0,4-2 0,5-2-18,-15 5 0,4-3 0,5-1 1,3-2-1,3 0 0,2 0 18,-14 4 0,5-1 0,3-1 0,-1 0 0,0 1 0,-1-1 0,1-1 0,5-1-44,-4 1 0,3-2 0,0 2 44,-6 3 0,-1 0 0,4-2 1301,-17-2 1,16-2-1302,13 7 0,131-36 0,47-14 0,-24-2 0,10-8 0,9-3 0,7-1 0,-25 11 0,5 0 0,4-1 0,4-1 0,3 0 0,2-2 0,1-1 0,0-1 0,-14 3 0,3-1 0,2-2 0,1-1 0,1 0 0,1-1 0,0 0 0,-1 0 0,0 1 0,-2 1 0,-1 1-48,0 0 0,0 1 1,-2 0-1,0 1 1,-1 0-1,1 0 1,-1 0-1,0 0 1,0 1-1,0-1 48,11-3 0,1-1 0,2 0 0,0 0 0,-2 0 0,-2 2 0,-3 1 0,-4 1 0,-6 3-167,19-5 1,-7 3-1,-6 2 1,-2 2-1,-3-1 167,1-2 0,-3 1 0,-3 1 0,0 2-391,-3 3 1,0 2 0,-1 0-1,0 0 391,24-7 0,1 0 0,-5 2 590,-16 5 1,-3 1 0,-3 1-591,44-9 0,-47 11 0,-109 23 0,-16 8 0,-23 9 0,-12 4 0,-3 1 0,20-8 0,-3 2 0,-4 1 0,-4 1 0,-2 2 0,-3-1 0,-3 2 0,9-3 0,-3 1 0,-4 1 0,-3 1 0,0 0 0,-2 0 0,0 1 0,2-1 0,0-1 0,3-1-49,-2 1 1,0 0-1,0 0 1,1-1-1,1 0 1,0-1-1,1 1 1,1-1-1,0-1 49,-4 3 0,-2-1 0,1 1 0,0-1 0,3 0 0,2-2 0,5-2 0,4-2 20,-9 2 1,5-2 0,5-2 0,3-2 0,4 0-21,-15 5 0,6-2 0,0 1-157,-2 2 1,-1 1 0,5-3 156,-10-1 0,1 0 722,13-1 1,-4 2 0,11-4-723,10-4 0,17-3 0,28-1 0,49-18 0,47-19 0,22-8 0,-3 1 0,-23 7 0,4-2 0,3-1 0,4-2 0,4-1 0,4-1 0,-17 6 0,5-1 0,4-2 0,3 0 0,1-1 0,1 0 0,0-1 0,-1 1 0,-3 0 0,-3 2-138,9-5 0,-2 1 0,-2-1 0,-1 1 0,0 1 0,-1-1 0,1 1 1,-1 0 137,1 1 0,2 0 0,0 0 0,0 0 0,-2 1 0,-3 1 0,-6 2 0,-6 1-50,21-7 1,-8 3-1,-7 2 1,-3 1 49,-1 0 0,-5 2 0,3-1 0,21-6 0,3 0 0,-15 6 0,-28 10 0,-1 1 218,38-11 1,11-4 0,-56 10-219,-92 16 0,-17 15 0,-24 11 0,-18 7 0,-8 4 0,-2-1 0,31-9 0,-4 1 0,-5 0 0,-3 2 0,-3 1 0,-2 1 0,-1 0 0,-1 1 0,0 1 0,0 0 0,14-4 0,-1 1 0,-1 1 0,-1 0 0,0 1 0,-2 0 0,0 0 0,0 1 0,0 0 0,-1 0 0,0 0 0,0 0 0,1-1 0,2 0 0,-2 0 0,0 0 0,-1 1 0,0-1 0,-1 1 0,1 0 0,0-1 0,1 0 0,1 0 0,1 0 0,2-1 0,2 0 0,2-1 0,-12 4 0,2 0 0,2-1 0,1 0 0,2 0 0,1-1 0,2 0 0,1-1 0,1-1 0,1 0-194,-15 5 1,1 0-1,3-2 1,1 0 0,3-1-1,1-1 1,2-1 193,-13 3 0,4-2 0,3-1 0,0 0 0,0 2-387,2 0 1,0 0 0,1 1-1,2-1 1,2-1 386,-3-1 0,4-1 0,1-1 0,-1 1 222,-6 3 1,-1 1-1,1 0 1,6-4-223,-5-1 0,5-3 0,12-1 1259,18-2 0,9-2-1259,-17 1 0,99-31 0,50-14 0,6-5 0,-11-1 0,5-3 0,7-4 0,8-3 0,-24 10 0,7-2 0,5-1 0,3-3 0,1 0 0,0 0 0,-2 0 0,-5 1-25,3-1 0,-2-1 0,-2 0 0,-1 0 0,1 0 0,0 0 0,1 0 25,4-1 0,3 0 0,1-1 0,-1 0 0,-3 2 0,-6 1 0,-6 3 33,9-5 0,-9 1 1,-4 4-1,-2 1-33,8-1 0,-4 2 0,-1 2 0,-9 5 0,-2 0 0,0 1 0,5-4 0,1 0 0,-5 3-139,7 0 1,-4 2 138,22-8 0,-36 12 0,-112 35 0,-52 19 0,37-6 0,-13 9 0,-8 5 0,-5 3 0,-2-1 0,3-3 0,9-6 0,0-1 0,-2-1 0,-1 1 0,-2 0 0,-2 2 0,-3 3 0,12-3 0,-4 2 0,-3 2 0,-2 2 0,0 0 0,-1 0 0,2 0 0,1-2 0,4-1 0,4-3-198,-10 3 1,3-1 0,3-2-1,1-2 1,3 1 0,0-1 0,1 1 197,-5 4 0,1 0 0,0-1 0,4 0 0,2-2 0,4-2-319,-6 1 0,5-3 0,2 0 0,-1 0 319,-5 2 0,0 0 0,1 0 0,6-2 336,3-1 0,4-2 1,-3 1-337,0-3 0,-5 1 0,2-1 0,9-2 1395,-20 9 0,39-13-1395,59-21 0,21-12 0,25-15 0,18-10 0,13-7 0,7-4 0,0 0 0,-5 3 0,-14 8 0,3-1 0,1-1 0,3-1 0,1-2 0,3 0 0,2-1 0,3-2 0,2-1 0,2-2 0,-19 10 0,2-1 0,3-2 0,3-1 0,1-2 0,2 0 0,1-1 0,1 0 0,1-1 0,0 1 0,0-1 0,0 0 0,-1 1 0,-1 0 0,-2 1 0,-1 1 0,-2 1-65,1-1 1,0 1 0,-2 0 0,-1 0 0,0 1-1,-1 0 1,0 0 0,0 1 0,0-1 0,-1 1 0,1 0-1,0-1 1,0 1 0,1-1 0,0 0 64,3-1 0,1-1 0,1 0 0,2-1 0,-1 1 0,1-1 0,-1 1 0,0-1 0,-1 2 0,-1-1 0,-2 2 0,-1 1 0,-3 0 0,-2 2 0,-3 2-149,17-9 1,-3 1-1,-3 3 1,-2 0 0,-2 2-1,-2 0 1,-1 1 0,-1 0-1,0-1 149,10-5 0,0-1 0,-2 2 0,-1-1 0,-3 2 0,-2 2 0,-4 1 0,8-2 0,-5 2 0,-3 2 0,0-1 0,2-1 0,5-5 0,2-2 0,0-1 0,-3 2 0,-4 3-341,-3 2 0,-4 3 0,-1 0 0,2-1 341,9-4 0,2-2 0,-2 2 0,-8 2 640,-9 3 1,-6 3 0,-6 4-641,6 3 0,-26 5 0,-74-1 0,-16 27 0,-25 15 0,-16 8 0,-4 4 0,5-4 0,13-6 0,2 1 0,-2-1 0,-4 3 0,-3 1 0,-7 3 0,16-3 0,-5 1 0,-6 3 0,-2 1 0,-3 2 0,-2 0 0,1 0 0,1 1 0,3-1 0,3-1 0,5-1 0,-8 4 0,3-1 0,3 1 0,2-1 0,1 0 0,0 0 0,0 0 0,-1 0 0,-2 1 0,-2-1 0,-1 2 0,0-1 0,3-1 0,3 1 0,4-2 0,6 0 92,-25 13 1,8 0-1,7-3 1,6-4-93,7-5 0,6-4 0,0 1 0,-5 5 0,0 2 0,3-3-157,-14 4 1,1-2 156,-5 3 0,5-2 1648,23-12 1,9-3-1649,4-1 4971,25-24-4971,33-6 3288,4-22-3288,16 3 2100,-7-3-2100,0 6 84,-7 6-84,-18 13 0,-26 25 0,-40 24 0,-22 15-1663,21-13 0,-8 5 0,-4 2 0,0 0 1663,9-7 0,0-1 0,-2 1 0,-3 1 0,-3 2-655,6-4 1,-4 2 0,-3 2-1,0 0 1,0 0 0,3-3 0,5-3 654,-21 10 0,7-3 0,1-3 0,-1 2 0,-5 4 0,-2 1 0,3-2 0,8-5-461,13-8 0,6-3 1,1 0 460,2 3 0,2 0 0,1-2-351,-19 6 0,1-1 351,4 3 0,3-1 1660,12-14 0,5-4-1660,-4 6 5193,24-10-5193,36-13 0,45-22 0,28-18-670,-19 7 0,8-5 0,7-3 0,5-3 0,1-1 670,-5 4 0,4-3 0,3-1 0,2-1 0,4-1 0,2-2 0,2-1-298,-16 9 0,2-3 0,4 0 0,1-1 0,2-1 0,1 0 1,0-1-1,-1 1 0,0 0 0,-2 1 0,-2 1 298,9-5 0,-2 1 0,-2 1 0,0 0 0,0 0 0,0 0 0,2 0 0,2-1 0,3-1-244,-10 6 0,3-2 0,3-1 1,2 0-1,1 0 0,0 0 1,-1 0-1,0 0 0,-3 2 1,-4 1-1,-2 1 0,-6 2 244,14-7 0,-5 3 0,-5 2 0,-2 1 0,0 0 0,1-1 0,3 0-191,-2 1 0,3-1 0,3-1 0,-1 1 0,-2 0 1,-3 2-1,-5 1 0,-7 4 191,11-5 0,-10 4 0,-3 0 0,3-1 0,11-6 0,3-2 0,-2 1 0,-6 2 0,-2 3 0,-5 2 0,3-1 500,18-12 1,3-2 0,-9 6-501,-13 7 0,-8 5 1511,-10 5 0,-16 1-1511,-34 6 0,-99 38 0,22 2 0,-17 10 0,-9 4 0,-1 2 0,21-9 0,-3 2 0,-2 1 0,-1 2 0,-1 1 0,-1 0 0,5-2 0,-2 2 0,-1 1 0,0 1 0,0-1 0,1 0 0,1 0 7,-9 3 0,0 0 1,1-1-1,2 0 0,4-1 1,4-1-8,-10 8 0,5-2 0,5-2 0,2-2-213,-9 0 1,5-3-1,1 0 213,5 1 0,1 1 0,3-1 0,7-7 0,2-1 0,1 1 0,1 0 0,0 0 0,2-2-99,-17 7 0,10-3 99,-1 12 4126,24-23-4126,43-11 4059,10-7-4059,16-16 872,34-14 0,-36 8 1,22-6-1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49:14.860"/>
    </inkml:context>
    <inkml:brush xml:id="br0">
      <inkml:brushProperty name="width" value="0.35" units="cm"/>
      <inkml:brushProperty name="height" value="2.1" units="cm"/>
      <inkml:brushProperty name="color" value="#F6EFDC"/>
      <inkml:brushProperty name="inkEffects" value="pencil"/>
    </inkml:brush>
  </inkml:definitions>
  <inkml:trace contextRef="#ctx0" brushRef="#br0">1 0 16383,'0'0'0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49:02.620"/>
    </inkml:context>
    <inkml:brush xml:id="br0">
      <inkml:brushProperty name="width" value="0.1" units="cm"/>
      <inkml:brushProperty name="height" value="0.6" units="cm"/>
      <inkml:brushProperty name="color" value="#F6EFDC"/>
      <inkml:brushProperty name="inkEffects" value="pencil"/>
    </inkml:brush>
  </inkml:definitions>
  <inkml:trace contextRef="#ctx0" brushRef="#br0">3602 1581 16383,'-42'0'0,"-9"21"0,-3 5 0,-16 22 0,29-20 0,-3 2 0,-7 5 0,-4 1 0,-4 1 0,-3 1 0,-5 5 0,2-2 0,19-10 0,-1 0 0,-22 11 0,4-2 0,9 3 0,6-9 0,-4 1 0,-30 16 0,30-16 0,9-7 0,0 0 0,-8 4 0,-13 15 0,-11 1 0,12-1 0,-13 1 0,13 6 0,5-13 0,-1 18 0,7-19 0,-1 13 0,2-7 0,17-10 0,8-2 0,3-14 0,11-2 0,2-6 0,1 0 0,10 0 0,-4-1 0,5-9 0,5-15 0,2-2 0,5-8 0,0 11 0,0 5 0,-1-3 0,1 3 0,0-5 0,0 0 0,-1 6 0,1-5 0,0 10 0,6-10 0,1 9 0,7-9 0,-1 4 0,8-1 0,1-3 0,24-5 0,14-1 0,20-7 0,-32 15 0,3 0 0,0-4 0,2 0 0,11 3 0,-1-1 0,-16-5 0,1-1 0,25 1 0,-1 1 0,-27 2 0,0 0 0,28-6 0,3 0 0,-18 1 0,0-1 0,10-1 0,3-1 0,0-7 0,0 0 0,8 2 0,-3 1 0,-20 1 0,-1 1 0,11-1 0,-1 1 0,-23 1 0,-1 2 0,10 5 0,0 0 0,-10-6 0,-4 2 0,23 2 0,-14-5 0,-24 8 0,-7 1 0,-9 6 0,-23 2 0,-4 11 0,-17 6 0,-6 3 0,-4 18 0,-6-10 0,-18 21 0,15-21 0,-40 15 0,39-21 0,-5 1 0,-37 12 0,-8 2 0,34-12 0,0 1 0,-4 1 0,-1 2 0,-5 2 0,-1 0 0,1-1 0,-21 4 0,0-2 0,-4 2 0,8 0 0,-3 2 0,-2 1 0,0 0 0,15-5 0,-1 0 0,-1 0 0,0 0 0,-1-1 0,-3 2 0,-2-1 0,0 0 0,0 1 0,0 1 0,-3 3 0,-2 2 0,1 0 0,2 0 0,4-4 0,2-2 0,3-3 0,2 0 0,-2 2 0,-12 6 0,-3 3 0,3-1 0,14-4 0,1 0 0,4-1 0,-2-3 0,-6 3 0,11-3 0,18 0 0,4-3 0,-17-4 0,4-1 0,-5 10 0,23-15 0,57-20 0,22-13 0,16-15 0,15-7 0,4 7 0,9-1 0,5-3 0,-9 1 0,4-4 0,4-1 0,3 1 0,-13 10 0,4-1 0,3 0 0,0 1 0,-1 0 0,-4 1 0,2-1 0,-3 1 0,0 1 0,0-1 0,4-1 0,1-1 0,4-2 0,3 0 0,-2 0 0,-5 3 0,-6 2 0,16-6 0,-8 4 0,2-2 0,-8 3 0,4-3 0,-2 1 0,-6 3 0,0 0 0,-5 2 0,-2 2 0,16-6 0,-2 2 0,8-2 0,-5 2 0,-22 5 0,-6 5 0,11 0 0,-22 5 0,-49 14 0,-49 0 0,-2 3 0,-11 3 0,-8 4 0,-10 3 0,-4 1 0,8-2 0,-3 1 0,-4 1 0,-3 2 0,0 2 0,-4 1 0,-3 2 0,1-1 0,3 0 0,10-4 0,2 1 0,1-1 0,0 0 0,1 1 0,0 1 0,-2 1 0,2-1 0,3 1 0,5-2 0,-12 2 0,5-1 0,1 1 0,-5 3 0,0 0 0,2-1 0,13-6 0,2-1 0,0 0 0,-1 1 0,0 0 0,3-2 0,-9 2 0,6-2 0,-22 3 0,83-28 0,48-21 0,16 4 0,18-6 0,4 0 0,-13 6 0,1-1 0,4-1 0,4-2 0,9-1 0,5-3 0,5-1 0,-2 1 0,-4 3 0,5-2 0,-3 2 0,0 1 0,-1 0 0,4-3 0,1-2 0,-2 3 0,-7 3 0,-6 4 0,-6 4 0,0-1 0,1-3 0,0 0 0,-2 1 0,21-5 0,-1 2 0,2-2 0,-5 2 0,-27 10 0,-5 3 0,32-7 0,-112 16 0,-57 29 0,3-6 0,-18 3 0,-4 4 0,15 0 0,-2 4 0,-3 1 0,-4 0 0,14-6 0,-4 0 0,-3 1 0,0 0 0,2 0 0,3 0 0,-1 2 0,2 0 0,1 0 0,1 0 0,0-1 0,-3 0 0,-1-1 0,1-1 0,3 0 0,8-2 0,-2 4 0,6-2 0,0-1 0,-11 2 0,-1-2 0,5 1 0,-10 4 0,4-1 0,-9-2 0,4-1 0,26-2 0,7-3 0,-17-1 0,80-22 0,26-22 0,20-3 0,14-4 0,-15 6 0,3-2 0,4-1 0,12-7 0,4-2 0,3 1 0,-14 11 0,3 0 0,0 0 0,-3 0 0,10-8 0,-3 0 0,-2 3 0,-5 8 0,-2 3 0,-3-1 0,12-12 0,-7 3 0,-14 14 0,-3 2 0,1-8 0,-2 1 0,19 0 0,-34 5 0,-34 13 0,-47 2 0,-29 20 0,19-3 0,-2 3 0,1 5 0,-2 5 0,-33 14 0,0 2 0,31-12 0,1 0 0,-17 10 0,3-1 0,-14 11 0,21-9 0,3-3 0,23-15 0,20-4 0,34-12 0,58-45 0,-18 10 0,14-7 0,6-3 0,1-1 0,-5 2 0,3-2 0,3 0 0,1-2 0,3 0 0,-3 1 0,4-1 0,1-1 0,1 0 0,0 1 0,-1 1 0,-4 3 0,0 1 0,-1 0 0,0 2 0,-1 0 0,-2 2 0,22-10 0,-3 3 0,-2 2 0,-4 1 0,3 0 0,-5 2 0,0-1 0,8-2 0,0 0 0,-7 2 0,4-2 0,-1 2 0,-9 2 0,5-1 0,-10 5 0,-14 6 0,-8 3 0,31-16 0,-142 62 0,3-2 0,-16 9 0,11-3 0,-13 6 0,-7 5 0,-4 3 0,0-1 0,4-1 0,3-2 0,2 0 0,0 0 0,-1 0 0,-2 2 0,-2 1 0,-3 2 0,-4 3 0,-2 0 0,-1 1 0,2 0 0,1-1 0,5-3 0,3-1 0,2-2 0,2 0 0,2-2 0,3 0 0,4-1 0,-11 7 0,5-2 0,3-1 0,3-2 0,-5 5 0,3-2 0,0-1 0,-3 2 0,-1-2 0,4 0 0,-11 9 0,1-1 0,19-15 0,-2 0 0,4-1 0,-13 10 0,9-4 0,2 4 0,39-39 0,67-46 0,4-6 0,10-9 0,4 0 0,8-4 0,3 0 0,-10 12 0,3 2 0,2-2 0,4-1 0,2-2 0,5-2 0,1-1 0,0 1 0,-3 4 0,1 0 0,-1 3 0,-2 1 0,-1 1 0,1 1 0,0 0 0,-4 2 0,-6 4 0,15-10 0,-7 5 0,7-3 0,-4 4 0,-23 12 0,-2 1 0,8-5 0,-2 1 0,17-7 0,-49 23 0,-38 2 0,-60 30 0,-5 1 0,27 1 0,-2 4 0,-2 8 0,-2 3 0,-19 11 0,-4 3 0,-6 4 0,0 1 0,10-10 0,5-2 0,17-5 0,5-3 0,-14 8 0,15-3 0,1-7 0,23-12 0,65-19 0,19-33 0,21-17 0,-17 19 0,10-3 0,8-1 0,4-2 0,0-3 0,-11 4 0,2-3 0,3-1 0,2-2 0,0 1 0,1-1 0,-1 2 0,4-2 0,1 0 0,0 1 0,1-1 0,0 1 0,-1 1 0,0-1 0,-2 2 0,1 0 0,0 0 0,-1 1 0,-1 0 0,-4 2 0,-3 2 0,7-4 0,-4 3 0,-3 1 0,-2 1 0,-3 0 0,1-1 0,-3 2 0,-1 0 0,1 2 0,2 1 0,1 1 0,-1 1 0,-5-1 0,2-3 0,-4-1 0,3 1 0,20-4 0,4 0 0,-11 4 0,-12 1 0,-8 3 0,-2 4 0,-26 9 0,-107 33 0,7 8 0,-13 11 0,-13 4 0,13-9 0,-9 4 0,-8 1 0,-3 3 0,-3 1 0,0 2 0,21-7 0,-3 1 0,-1 2 0,-2 1 0,0 1 0,-2 0 0,1 0 0,0 0 0,0-1 0,-1 0 0,-1 0 0,0 1 0,-1-1 0,1 0 0,0 1 0,1-1 0,0 1 0,2-1 0,-5 4 0,0 0 0,1 1 0,1-1 0,0 0 0,1 0 0,2 0 0,-1 0 0,-5 2 0,-1 1 0,1-1 0,1 0 0,3 0 0,3-2 0,6 0 0,-2 2 0,6 0 0,3-2 0,1 1 0,-4-1 0,-8 3 0,-4 0 0,0 0 0,7-3 0,9-3 0,-14 17 0,4-2 0,-4-6 0,-7 2 0,9-5 0,11-3 0,0 0 0,-9 3 0,-7 2 0,18-7 0,12 2 0,31-13 0,73-48 0,24-20 0,4-11 0,8-6 0,-5 2 0,1-1 0,-22 13 0,0 0 0,-1 3 0,11-4 0,-4 4 0,-9 2 0,-4 3 0,33-4 0,-1-13 0,-35 32 0,-24 4 0,-67 44 0,-21 9 0,23-12 0,-4 5 0,-12 11 0,0 2 0,12-14 0,1 2 0,-17 16 0,2 0 0,19-19 0,3-1 0,-1 7 0,4-1 0,-10 11 0,13-3 0,5-10 0,20-15 0,2-1 0,16-11 0,18-2 0,15-5 0,24-14 0,-14-2 0,31-24 0,-18-8 0,5 6 0,-2-12 0,-25 16 0,0 1 0,-10-4 0,-16 20 0,0-11 0,-12 19 0,-1 0 0,-6 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49:04.241"/>
    </inkml:context>
    <inkml:brush xml:id="br0">
      <inkml:brushProperty name="width" value="0.1" units="cm"/>
      <inkml:brushProperty name="height" value="0.6" units="cm"/>
      <inkml:brushProperty name="color" value="#F6EFDC"/>
      <inkml:brushProperty name="inkEffects" value="pencil"/>
    </inkml:brush>
  </inkml:definitions>
  <inkml:trace contextRef="#ctx0" brushRef="#br0">1 1 16383,'0'0'0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49:19.555"/>
    </inkml:context>
    <inkml:brush xml:id="br0">
      <inkml:brushProperty name="width" value="0.35" units="cm"/>
      <inkml:brushProperty name="height" value="2.1" units="cm"/>
      <inkml:brushProperty name="color" value="#F6EFDC"/>
      <inkml:brushProperty name="inkEffects" value="pencil"/>
    </inkml:brush>
  </inkml:definitions>
  <inkml:trace contextRef="#ctx0" brushRef="#br0">3209 815 16383,'-82'0'0,"0"0"0,0 0 0,0 0 0,-10 9 0,-2 4 0,-1 2 0,-2 0 0,14-5 0,-2 0 0,-1 1 0,0 1 0,1 2 0,2 2 0,-1 3 0,1 1 0,2 0 0,3-1 0,-4 2 0,4 0 0,1 0 0,2-1 0,-15 3 0,3-1 0,2 1 0,8-2 0,2 0 0,2 1 0,7-2 0,2 1 0,2-2 0,-18 7 0,5-3 0,10-3 0,1-2 0,-3-1 0,3 0 0,-24 8 0,36-11 0,2-1 0,-10 9 0,47-14 0,35-2 0,29-3 0,18-6 0,1-8 0,8-7 0,5 1 0,-5 5 0,4 2 0,2-1 0,0-4 0,0-4 0,0-3 0,2-1 0,3 2 0,-2 3 0,5 1 0,1 1 0,0 0 0,-3 0 0,10-3 0,-3-1 0,0 0 0,1 1 0,-18 5 0,1 0 0,1 1 0,-1-1 0,2 1 0,2-1 0,1 1 0,0 0 0,1 0 0,3 0 0,-5 0 0,3 0 0,1 0 0,-1 1 0,-1 1 0,-5 1 0,13 0 0,-5 2 0,0 0 0,7-2 0,-9 0 0,8-3 0,3-1 0,-2 1 0,-8 2 0,-13 4 0,24 3 0,-8 2 0,0-8 0,7-3 0,-11 3 0,-12 8 0,-6 2 0,9-5 0,-4 1 0,-19 3 0,-7 2 0,14-1 0,-29 0 0,-48 0 0,-52-1 0,-24 2 0,22 1 0,-5 1 0,-7 3 0,4 1 0,-7 2 0,-5 2 0,-2 2 0,1 1 0,10 1 0,-1 1 0,0 1 0,-2 2 0,-1 1 0,-3 0 0,0 1 0,-3 0 0,-2 2 0,0 0 0,-1 1 0,3 0 0,2 0 0,-1 2 0,4 1 0,0-1 0,1 1 0,-2 1 0,-3-1 0,-1-1 0,-5 1 0,-3-1 0,1 1 0,3 0 0,4-1 0,8 0 0,-10 6 0,8 0 0,4 0 0,-4-1 0,-10 0 0,-3-1 0,2 0 0,6 0 0,-1 3 0,6 0 0,3-2 0,15-6 0,2-1 0,1 0 0,-3 0 0,0 1 0,4-2 0,-4 2 0,8-1 0,-4 11 0,58-26 0,55-7 0,54-15 0,5-6 0,-34 2 0,2-4 0,4-4 0,5-1 0,7-1 0,-18 5 0,5 0 0,3 0 0,4-2 0,2-1 0,2 0 0,1-1 0,1-1 0,0-1 0,-5 0 0,3-1 0,1-1 0,2-1 0,0 0 0,1-1 0,1 0 0,-2 0 0,0 0 0,-2 1 0,-2 1 0,-1 1 0,-1 0 0,-3 1 0,0 0 0,0 0 0,0 0 0,1 0 0,1-1 0,2 0 0,3-2 0,-8 4 0,4-2 0,2-1 0,2-1 0,2 1 0,0-1 0,0 0 0,-2 0 0,-1 2 0,-3 0 0,-3 2 0,-5 1 0,-4 2 0,15-4 0,-7 2 0,-4 3 0,-3 0 0,-1 1 0,2-2 0,2 0 0,10-5 0,3-1 0,3-1 0,-2 1 0,-4 0 0,-7 3 0,-10 3 0,15-4 0,-12 3 0,-1 2 0,2 1 0,0 1 0,-5-1 0,15-8 0,-1 1 0,-17 7 0,3 1 0,-10 1 0,-9 3 0,-8 1 0,10-9 0,-111 21 0,-45 8 0,23 0 0,-9 2 0,-7 3 0,-5 1 0,9 0 0,-6 3 0,-5 0 0,-1 2 0,0 1 0,2 0 0,1 0 0,1 1 0,-1 0 0,1 1 0,-1 1 0,1 1 0,-1 1 0,-1 1 0,0 1 0,2 1 0,3 0 0,5-1 0,-12 6 0,6 0 0,3 0 0,3-2 0,10-5 0,3-1 0,1-1 0,0 1 0,-2 2 0,0 0 0,0 1 0,4-2 0,-8 5 0,3-1 0,0-1 0,-2-2 0,0 0 0,4 0 0,-13 7 0,8-2 0,23-11 0,9 0 0,-4 6 0,37-8 0,74-10 0,11-27 0,12-9 0,-10 10 0,4-1 0,2-2 0,11-9 0,1-4 0,0 1 0,-2 5 0,-2 0 0,-2 3 0,-12 5 0,-3 2 0,0 1 0,0-1 0,0 1 0,-2 1 0,20-2 0,-4 0 0,-4-4 0,-4 3 0,-16 10 0,-4 3 0,34-6 0,-40 15 0,-18 0 0,-69 26 0,-32 10 0,-3 0 0,-15 7 0,21-11 0,-11 5 0,-8 4 0,-2 2 0,0-2 0,7-2 0,1-1 0,5-2 0,0 0 0,-3 1 0,-8 3 0,8-4 0,-8 2 0,-4 2 0,-3 1 0,0 0 0,2-1 0,5-2 0,6-3 0,-10 5 0,8-4 0,3 0 0,-2 0 0,-6 3 0,3-2 0,-6 4 0,-4 1 0,0 0 0,2 0 0,5-3 0,7-4 0,-7 2 0,8-3 0,2-2 0,-2 3 0,-12 7 0,-2 3 0,1-1 0,7-4 0,1-1 0,5-3 0,5-2 0,-17 9 0,3-1 0,23-10 0,-1 1 0,4-3 0,-6 3 0,10-4 0,5 4 0,44-10 0,57-25 0,44-19 0,7-3 0,-17 4 0,4-3 0,6-2 0,8-3 0,-22 7 0,7-3 0,5-1 0,3-2 0,1 0 0,0 0 0,-2 0 0,-3 1 0,0-1 0,-3 0 0,-2 0 0,0 0 0,2-1 0,3 0 0,4-2 0,-8 3 0,5-1 0,4-1 0,1-1 0,2-1 0,-1 1 0,-1 0 0,-3 1 0,-5 2 0,-4 1 0,13-6 0,-5 3 0,-5 1 0,-1 1 0,1-1 0,4 0 0,-1 1 0,4 0 0,2 0 0,0 0 0,-3 0 0,-6 2 0,-8 2 0,6-3 0,-9 2 0,-3 2 0,3 0 0,8-1 0,3 2 0,-2 1 0,-6-1 0,2-2 0,-6 1 0,2 0 0,14-3 0,2 1 0,-7 2 0,0 0 0,-11 4 0,20-1 0,-89 12 0,-52 16 0,-35 14 0,9-4 0,-8 3 0,-8 3 0,11-3 0,-7 2 0,-5 2 0,-1 1 0,0 0 0,7-1 0,-1 0 0,-1 1 0,-1 0 0,1 1 0,1-1 0,4-1 0,0 0 0,1 1 0,0-1 0,2 0 0,0-1 0,-9 3 0,2-1 0,0 0 0,2 0 0,1 0 0,-16 5 0,1 0 0,3-1 0,9-1 0,11-4 0,8-1 0,-5 1 0,-2 0 0,-7 1 0,3-1 0,8-2 0,-7 6 0,7-2 0,-6 2 0,5-2 0,19-10 0,7-1 0,-7 4 0,65-21 0,42-14 0,24-10 0,0-3 0,10-5 0,8-2 0,-14 8 0,6-2 0,5-1 0,2-1 0,2-1 0,-17 4 0,3-1 0,2-2 0,1 0 0,0 0 0,-1 1 0,-2 1 0,5-1 0,0 1 0,-2 0 0,0 1 0,0 0 0,0-1 0,0 0 0,1 0 0,0 0 0,-2 0 0,-3 2 0,-5 1 0,5-1 0,-7 1 0,-1 2 0,1-1 0,4 0 0,0 0 0,0 0 0,-4 2 0,10-2 0,-4 1 0,0 1 0,2-2 0,0 0 0,-6 3 0,10-1 0,-9 3 0,-17 4 0,-13 4 0,-22 9 0,-67 21 0,-32 9 0,11-8 0,-7 0 0,-5 3 0,-10 7 0,-8 6 0,-2 0 0,3-3 0,11-6 0,1-2 0,1 0 0,1 0 0,1 0 0,-1 1 0,2-1 0,5-2 0,-1 2 0,5-2 0,-1-2 0,-30 5 0,4 0 0,23 1 0,2 0 0,-12-2 0,4-1 0,-19 10 0,36-12 0,29-9 0,41-7 0,39-4 0,23-9 0,-4-5 0,11-7 0,5-2 0,-2 2 0,-1 2 0,-1 0 0,3-1 0,8-2 0,-14 1 0,7-2 0,4-1 0,3-2 0,-2 1 0,-4 1 0,-6 1 0,20-4 0,-8 1 0,-1 1 0,3 0 0,-4 2 0,4 0 0,0 1 0,-4 0 0,-7 2 0,9-3 0,-9 3 0,1 1 0,4 1 0,-1 1 0,-3 0 0,-17 1 0,-2 0 0,-1 1 0,3 1 0,-1 1 0,-4 1 0,11-1 0,-8 2 0,16 1 0,-142 14 0,-44 8 0,31 2 0,-3 4 0,-2-3 0,-7-5 0,-1-3 0,4 2 0,-15 13 0,0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49:19.754"/>
    </inkml:context>
    <inkml:brush xml:id="br0">
      <inkml:brushProperty name="width" value="0.35" units="cm"/>
      <inkml:brushProperty name="height" value="2.1" units="cm"/>
      <inkml:brushProperty name="color" value="#F6EFDC"/>
      <inkml:brushProperty name="inkEffects" value="pencil"/>
    </inkml:brush>
  </inkml:definitions>
  <inkml:trace contextRef="#ctx0" brushRef="#br0">1 0 16383,'0'0'0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0:05.417"/>
    </inkml:context>
    <inkml:brush xml:id="br0">
      <inkml:brushProperty name="width" value="0.5" units="cm"/>
      <inkml:brushProperty name="height" value="1" units="cm"/>
      <inkml:brushProperty name="color" value="#F6EFDC"/>
      <inkml:brushProperty name="tip" value="rectangle"/>
      <inkml:brushProperty name="rasterOp" value="maskPen"/>
    </inkml:brush>
  </inkml:definitions>
  <inkml:trace contextRef="#ctx0" brushRef="#br0">13151 961 16383,'-68'0'0,"4"0"0,44 0 0,-5 0 0,-21 0 0,-41 0 0,-6-7 0,26 6 0,0 0 0,-27-14 0,17 9 0,-3 1 0,11 0 0,0 1 0,-5-1 0,0 1 0,0 3 0,4 2 0,-24-1 0,1-7 0,23 5 0,27-4 0,11 6 0,12 0 0,85 0 0,-32 0 0,16 0 0,3 0 0,-3 0 0,-6 0 0,15 0 0,11 0 0,14 0 0,-29 0 0,3 0 0,1 0 0,-1 0 0,-5 0 0,0 0 0,3 0 0,-1 0 0,37 0 0,-40 0 0,-1 0 0,1 0 0,-1 0 0,42 0 0,-13 0 0,-18 0 0,-19 0 0,-10 0 0,-12 0 0,-90 0 0,28 0 0,-17 0 0,-7 0 0,16 0 0,-2 0 0,-31 0 0,-8 0 0,24 0 0,-1 0 0,-2 0 0,-9 0 0,-3 0 0,1 0 0,1 0 0,0 0 0,3 0 0,-17 0 0,1 0 0,21 0 0,-2 0 0,3 0 0,-9 0 0,3 0 0,-7 0 0,3 0 0,21 0 0,4 0 0,-35 0 0,38 0 0,12 0 0,127 0 0,-38 0 0,26 0 0,6 0 0,11 0 0,-41 1 0,1-2 0,4-7 0,2 0 0,-1 6 0,2 0 0,10-10 0,0 0 0,-3 10 0,-2 1 0,-9-6 0,-1-1 0,7 3 0,-2 1 0,17-5 0,8-5 0,-25 12 0,-24-4 0,-7 6 0,-95-7 0,-14 5 0,16-2 0,-18-2 0,-6 0 0,1 2 0,3 2 0,1 1 0,-5 1 0,-6-1 0,17 0 0,-4-1 0,-5 0 0,-2 0 0,-1-1 0,-1 2 0,1-1 0,-6 2 0,-1-1 0,-1 1 0,0 1 0,-1-1 0,2 0 0,1 0 0,6 0 0,2 0 0,1 0 0,-1-1 0,0 1 0,-1 1 0,-4-1 0,1 1 0,-4 1 0,-1 0 0,-1 0 0,-1 0 0,2 0 0,1 0 0,3 1 0,-2-1 0,4 0 0,1 0 0,0 0 0,0 1 0,-1 0 0,-3 1 0,2 1 0,-3 1 0,-1 0 0,-1 0 0,1 1 0,1 0 0,2-1 0,5 0 0,-8 0 0,4-1 0,3 0 0,0 0 0,0 0 0,-2 1 0,5 0 0,-2 0 0,-1 1 0,1-1 0,1 1 0,3 0 0,5 0 0,-26 2 0,7 1 0,3 0 0,-1-1 0,3-2 0,-1 0 0,2-1 0,2 2 0,3 1 0,0 1 0,4 0 0,8-2 0,-15-2 0,9-2 0,8 2 0,2-2 0,-8-3 0,9-2 0,17 1 0,-29 0 0,62-5 0,109-16 0,-8 3 0,-18 8 0,11 0 0,-2-1 0,12-3 0,5-1 0,-8 6 0,9-1 0,3 0 0,-5 0 0,2-5 0,-3-1 0,12 1 0,-18 6 0,9 0 0,6 1 0,5 0 0,2-1 0,-1-1 0,-3 0 0,-12-1 0,-1 0 0,1-1 0,0-1 0,0 1 0,1-1 0,2 2 0,1 0 0,1 1 0,0 1 0,3 0 0,0 1 0,1 0 0,1 0 0,-1 0 0,-1-1 0,0-1 0,0 0 0,1-1 0,1-1 0,-1 0 0,0 0 0,-2 1 0,-2-1 0,-4 1 0,-3 1 0,10 0 0,-5 0 0,-2 0 0,-4 1 0,-1 0 0,-2 1 0,20-3 0,-4 1 0,-1 0 0,0-1 0,5-2 0,3-2 0,-5 2 0,-9 2 0,-16 4 0,-7 3 0,4-2 0,5-2 0,6-3 0,-2 1 0,-14 3 0,34-1 0,-69-1 0,-121 3 0,12 4 0,-15 3 0,-5 0 0,10 0 0,-4 1 0,-5 1 0,-4 3 0,15 2 0,-5 3 0,-2 1 0,-3 1 0,1 1 0,1 0 0,-2 0 0,-1 1 0,0 0 0,1 1 0,2 1 0,4 1 0,-1 3 0,5 1 0,1 2 0,-1-1 0,-4 0 0,0-2 0,-6 1 0,-2-1 0,3 0 0,7-1 0,11-2 0,0 2 0,10-2 0,-4 1 0,-6 0 0,-8 1 0,4 0 0,17-3 0,-18 10 0,55-5 0,84-23 0,39-12 0,-20 2 0,6-2 0,7-3 0,1-1 0,6-2 0,3-1 0,-3 0 0,-10 1 0,-1 0 0,0 0 0,6-1 0,-11 3 0,6 0 0,2 0 0,0 0 0,-2 1 0,-5 2 0,12-3 0,-5 2 0,-1 1 0,4 1 0,-4 0 0,4 1 0,1 0 0,-4 2 0,-9 1 0,5 1 0,-8 1 0,-7 2 0,9-2 0,-17 6 0,-32 12 0,-105 15 0,19-11 0,-10 1 0,-13 4 0,11-1 0,-8 3 0,-7 2 0,-6 2 0,-4 1 0,-2 1 0,-1 1 0,18-5 0,-4 1 0,-2 0 0,-2 2 0,-3 0 0,0 1 0,-1 0 0,0 1 0,0 0 0,1-1 0,2 1 0,0 0 0,0 0 0,1 0 0,-1 0 0,1 1 0,-1 0 0,0 0 0,0 2 0,-1 0 0,-2 1 0,0 1 0,3 0 0,-4 2 0,-2 1 0,-1 1 0,-1 2 0,-1-1 0,2 1 0,1-1 0,2 0 0,4-1 0,3-2 0,6-1 0,5-3 0,-22 11 0,9-4 0,7-2 0,2 0 0,-1 2 0,-3 2 0,-1 2 0,-4 3 0,-2 2 0,2 0 0,5-2 0,6-3 0,11-5 0,-6 5 0,12-5 0,1 1 0,-14 3 0,2 0 0,39-8 0,88-5 0,-12-35 0,18-13 0,12-11 0,12-8 0,8-6 0,6-3 0,3-1 0,0 0 0,-2 5 0,-23 10 0,3 0 0,4-1 0,2-1 0,2-1 0,2-1 0,2 0 0,1-1 0,1-1 0,1 1 0,-1-1 0,1 0 0,-1 0 0,-1 0 0,-1 0 0,-2 1 0,0-1 0,0 0 0,0-1 0,0 1 0,-1-2 0,1 1 0,0 0 0,0-1 0,-1 1 0,1-1 0,-1 1 0,0 0 0,1 0 0,-1 0 0,0 1 0,0 0 0,-2 1 0,2 0 0,1-1 0,1 0 0,0 0 0,0 1 0,0-1 0,-1 1 0,-1 0 0,-1 1 0,-2 1 0,-2 1 0,-2 0 0,-3 2 0,-3 2 0,-4 0 0,26-9 0,-4 0 0,-3 3 0,-5 1 0,-3 2 0,-4 2 0,-5 3 0,-4 2 0,13-3 0,-7 6 0,-6 1 0,-2 0 0,26-13 0,-4 0 0,-49 23 0,-72 34 0,-48 23 0,-26 11 0,-1 0 0,33-17 0,-8 2 0,-5 3 0,-4 2 0,-4 1 0,-2 2 0,-1 1 0,0 0 0,2 1 0,16-8 0,-1 1 0,-2 1 0,0 1 0,-1 1 0,0 0 0,0 1 0,-1-1 0,1 1 0,0-1 0,1-1 0,1 0 0,-4 1 0,-1 0 0,0-1 0,0 1 0,1-1 0,0 0 0,1 0 0,2 0 0,0 0 0,3 0 0,2 1 0,-15 9 0,1 3 0,2-1 0,1 1 0,4-2 0,3-2 0,4-2 0,5-4 0,-18 12 0,9-5 0,4-2 0,-2 2 0,9-8 0,-4 2 0,2 0 0,7-3 0,12-4 0,-15 22 0,38-24 0,47-44 0,25-17 0,19-14 0,17-12 0,12-9 0,8-6 0,5-2 0,1-1 0,-5 3 0,-7 5 0,-11 9 0,4-2 0,-4 3 0,-2 3 0,-1 0 0,0-1 0,4-2 0,5-3 0,6-5 0,-26 14 0,5-4 0,4-1 0,4-4 0,1-1 0,3-1 0,1-2 0,1 0 0,0-1 0,0 1 0,-1 0 0,-2 1 0,-2 2 0,-2 1 0,-4 3 0,-4 2 0,-5 3 0,25-15 0,-5 3 0,-4 3 0,-4 2 0,-3 1 0,-1 2 0,-2 0 0,0 0 0,9-7 0,1 1 0,-3 0 0,-4 3 0,-6 2 0,-7 6 0,19-14 0,-9 5 0,-42 28 0,-46 29 0,-25 17 0,-22 13 0,-18 10 0,-13 10 0,-9 6 0,-6 3 0,-2 2 0,3-1 0,7-4 0,10-6 0,11-5 0,0 0 0,1 1 0,0 0 0,0 1 0,-1 1 0,0-1 0,-1 2 0,-2 0 0,-1 0 0,-1 1 0,-3 1 0,13-10 0,-1 1 0,-3 1 0,0 0 0,-2 1 0,-1 0 0,-1 0 0,0 1 0,-1 0 0,1 0 0,-1 0 0,2 0 0,-1 0 0,2 0 0,1 0 0,1 0 0,3-1 0,-11 7 0,0 2 0,-2 1 0,0 2 0,0-1 0,1 1 0,2-1 0,1-2 0,4-1 0,3-3 0,4-2 0,4-4 0,6-4 0,6-5 0,-46 31 0,4-7 0,27-13 0,48-23 0,60-26 0,44-21 0,26-14 0,5-10 0,-51 16 0,5-5 0,7-6 0,4-4 0,4-3 0,3-4 0,4-2 0,2-2 0,1-2 0,2-1 0,0 0 0,0 0 0,0 1 0,-2 2 0,-2 1 0,-3 4 0,0 0 0,-1 1 0,1 0 0,-1 1 0,1-1 0,0 1 0,-1 0 0,1-1 0,0 1 0,0 0 0,1-1 0,0 0 0,0-1 0,0 0 0,0 0 0,1-1 0,-3 2 0,1-2 0,2-2 0,2 0 0,1-1 0,0-1 0,1 0 0,-1 0 0,0 0 0,-2 1 0,0 1 0,-3 1 0,-1 1 0,-3 2 0,-3 2 0,-4 2 0,-3 3 0,-4 2 0,38-22 0,2-2 0,-4 1 0,-8 7 0,-16 11 0,-20 17 0,-27 20 0,-25 29 0,-37 6 0,-31 10 0,-24 8 0,-12 5 0,-3 1 0,7 0 0,19-10 0,-2 3 0,-3 0 0,-2 3 0,-1 0 0,-2 1 0,-1 1 0,0 0 0,-1 0 0,5-4 0,-3 2 0,-3 2 0,-1 0 0,-1 1 0,0 0 0,2-2 0,3 0 0,3-3 0,5-1 0,6-4 0,-17 11 0,2-2 0,4-3 0,8-3 0,13-4 0,16-6 0,-5 28 0,65-65 0,20-13 0,18-11 0,15-9 0,13-9 0,10-6 0,7-5 0,6-4 0,3-1 0,0 0 0,-2 1 0,-4 3 0,-8 5 0,-9 6 0,7-2 0,-4 1 0,0 2 0,-2 0 0,-1 1 0,1 0 0,1 0 0,2-2 0,2 0 0,2-2 0,5-2 0,-20 10 0,5-3 0,3-2 0,3-1 0,3-1 0,1-1 0,1-1 0,1 0 0,0 0 0,-2 1 0,-1 1 0,-2 0 0,-3 2 0,-3 2 0,-4 2 0,-6 2 0,-5 3 0,-6 4 0,58-28 0,-1 1 0,-15 7 0,-32 15 0,-46 20 0,-41 20 0,-25 10 0,-21 10 0,-18 9 0,-14 5 0,-11 5 0,-7 4 0,-4 1 0,0 0 0,4-1 0,6-3 0,27-11 0,-3 0 0,-2 2 0,-2 0 0,-2 1 0,-1 2 0,-3 0 0,0 0 0,-2 1 0,-1 1 0,-1 0 0,0 0 0,-2 1 0,1 0 0,-1 0 0,1-1 0,-1 1 0,1 0 0,0-1 0,1 1 0,7-4 0,-1 1 0,-1 0 0,-1 0 0,-1 1 0,1-1 0,-2 1 0,1 0 0,-1 1 0,0-1 0,0 0 0,0 1 0,0-1 0,1 0 0,-1 1 0,1-1 0,1 0 0,0-1 0,1 1 0,0-1 0,1 0 0,1 0 0,1-1 0,-9 6 0,-6 3 0,-2 3 0,-3 2 0,-1 1 0,-1 2 0,0-1 0,2 0 0,1-2 0,3-2 0,4-2 0,4-3 0,6-5 0,5-4 0,8-6 0,8-5 0,9-7 0,10-8 0,10-8 0,-47-53 0,103 14 0,34-12 0,25-10 0,17-5 0,8-4 0,0 1 0,-8 3 0,-24 15 0,2-1 0,4-1 0,1-1 0,2-1 0,1 0 0,0 1 0,0 0 0,-2 0 0,-1 1 0,-2 2 0,13-10 0,11-6 0,5-2 0,0 0 0,-8 4 0,-11 7 0,-18 11 0,-24 14 0,-29 17 0,-49 26 0,-49 30 0,-27 16 0,-6 3 0,53-27 0,-6 3 0,-6 4 0,-6 4 0,-3 1 0,-4 3 0,-2 2 0,-3 0 0,0 1 0,0 1 0,1-2 0,1 1 0,2-3 0,3 0 0,5-3 0,0-1 0,0 1 0,1 0 0,0-1 0,0 1 0,0 0 0,0 0 0,0-1 0,-1 1 0,0 1 0,-1-1 0,0 1 0,-1-1 0,-6 5 0,-9 5 0,-8 6 0,-4 2 0,-3 2 0,0 1 0,2-2 0,3-3 0,7-5 0,9-5 0,11-8 0,12-8 0,16-11 0,18-13 0,20-12 0,28-28 0,36-26 0,28-18 0,17-11 0,9-4 0,-1 4 0,-42 35 0,5-1 0,4-2 0,5-2 0,3-2 0,4-1 0,2-2 0,3 0 0,2-2 0,1 0 0,1-1 0,1 0 0,0 0 0,0-1 0,-1 0 0,0 1 0,-3 1 0,-1-1 0,-9 7 0,0-1 0,1-1 0,0 0 0,0 0 0,1-1 0,0 0 0,0 0 0,1-1 0,-1 1 0,0-1 0,1 1 0,-1 0 0,0 0 0,-1 0 0,1 1 0,-1 0 0,0 1 0,-1 0 0,-1 1 0,1 1 0,8-6 0,7-4 0,6-4 0,3-2 0,3-1 0,1-1 0,0 1 0,-1 0 0,-4 3 0,-5 3 0,-5 4 0,-8 5 0,-8 6 0,-11 6 0,-11 8 0,-13 8 0,-15 10 0,-16 10 0,-22 14 0,-25 17 0,-22 13 0,-16 12 0,-15 9 0,-8 6 0,-6 3 0,-2 2 0,4-2 0,5-3 0,11-8 0,12-6 0,1-1 0,0-1 0,1 1 0,0 0 0,-1 0 0,-1 1 0,-1 2 0,-2 0 0,-2 1 0,-3 3 0,-3 1 0,13-8 0,-5 4 0,-6 4 0,-4 4 0,-4 2 0,-2 2 0,-2 1 0,-1 0 0,1 1 0,0-1 0,1-2 0,4-2 0,2-3 0,5-4 0,6-3 0,5-6 0,7-5 0,7-6 0,10-7 0,8-7 0,-46 11 0,45-30 0,74-36 0,48-27 0,9-7 0,-14 9 0,19-16 0,5-4 0,-9 10 0,-23 20 0,-38 33 0,-42 37 0,-32 29 0,-23 20 0,-14 14 0,-7 5 0,3-4 0,10-10 0,10-10 0,0-2 0,1 0 0,-1 0 0,-3 2 0,-4 3 0,-6 5 0,17-15 0,-12 9 0,-9 7 0,-6 5 0,-3 2 0,-1 2 0,2-2 0,4-4 0,7-5 0,10-8 0,12-10 0,15-11 0,17-14 0,20-17 0,24-17 0,22-19 0,19-14 0,16-12 0,11-10 0,9-7 0,5-4 0,1-2 0,-1 2 0,-7 3 0,-8 7 0,-14 9 0,15-11 0,-10 6 0,-4 3 0,0-2 0,7-5 0,12-9 0,-24 19 0,12-8 0,10-7 0,7-6 0,7-5 0,4-2 0,1-2 0,0 0 0,-3 2 0,-5 3 0,-6 5 0,-9 5 0,-12 9 0,-12 8 0,-16 11 0,-16 12 0,-21 13 0,-24 16 0,-25 16 0,-21 15 0,-18 11 0,-13 10 0,-10 7 0,-6 4 0,-3 2 0,3 0 0,4-4 0,10-4 0,13-9 0,2-1 0,7-2 0,2-1 0,3-2 0,0 2 0,-2 0 0,-3 2 0,-4 4 0,-7 3 0,15-10 0,-10 7 0,-9 6 0,-6 4 0,-6 4 0,-3 2 0,-1 1 0,0 1 0,1-3 0,4-1 0,5-4 0,7-5 0,10-6 0,9-7 0,13-9 0,14-8 0,15-12 0,18-11 0,23-17 0,27-18 0,22-15 0,16-11 0,11-8 0,7-4 0,1 0 0,-4 3 0,-8 6 0,-10 8 0,1-1 0,1 0 0,1 0 0,1-1 0,1 0 0,2-1 0,1 0 0,2-1 0,0 0 0,3-1 0,-10 4 0,5-7 0,4-4 0,2-3 0,3-2 0,1 0 0,-1 0 0,0 3 0,-2 4 0,-3 5 0,-5 7 0,-4 9 0,-5 8 0,-8 12 0,-8 13 0,36 20 0,-8 24 0,-20 15 0,-29 8 0,-40 6 0,-32 14 0,-20 7 0,-5 1 0,7-6 0,-2 4 0,-12 9 0,4-6 0,20-20 0,36-32 0,31-37 0,21-20 0,19-18 0,14-12 0,11-11 0,8-7 0,4-4 0,1-1 0,-3 3 0,-5 6 0,-10 9 0,0 0 0,2-8 0,3-3 0,-1 0 0,0 2 0,-4 5 0,-3 10 0,-6 12 0,-7 14 0,-9 19 0,23 32 0,-6 27 0,-21 14 0,-37-4 0,-36-24 0,-23 1 0,-21 2 0,-15 1 0,-14 0 0,-8 1 0,-4 0 0,-3 0 0,4-2 0,6 0 0,16-4 0,-6 6 0,-5 4 0,-3 4 0,-4 0 0,-2 1 0,0-2 0,1-4 0,1-4 0,3-6 0,4-8 0,5-10 0,6-10 0,8-13 0,8-14 0,-3-19 0,2-18 0,5-15 0,4-11 0,5-9 0,6-7 0,8-4 0,7-2 0,9 3 0,10 3 0,11 7 0,10 7 0,12-4 0,10-2 0,8-2 0,9 0 0,5-1 0,7 2 0,3 3 0,4 2 0,2 5 0,1 4 0,-1 7 0,0 6 0,10-2 0,10 0 0,8 0 0,4 4 0,3 5 0,-1 7 0,-4 9 0,-5 11 0,-9 13 0,-11 15 0,-13 16 0,-4 27 0,-7 26 0,-9 20 0,-9 13 0,-11 8 0,-10 3 0,-13-3 0,-12-9 0,-7-26 0,-11 2 0,-9 2 0,-8 2 0,-7 1 0,-6 1 0,-6-2 0,-4 0 0,-4-3 0,-2-2 0,-2-3 0,0-5 0,0-5 0,2-4 0,-2-4 0,-5-1 0,-3 0 0,-4-2 0,-2-3 0,-2-3 0,-2-4 0,0-4 0,0-5 0,1-7 0,1-5 0,1-7 0,4-9 0,2-7 0,0-10 0,-6-8 0,-2-8 0,-2-7 0,1-6 0,1-6 0,5-4 0,4-4 0,7-4 0,9-2 0,11-2 0,11-1 0,13 1 0,9-22 0,16-12 0,12-8 0,13-4 0,11 0 0,8 4 0,8 7 0,6 12 0,4 15 0,15 9 0,18 3 0,13 7 0,5 9 0,-1 11 0,-8 13 0,-14 18 0,-22 18 0,-13 33 0,-13 29 0,-13 22 0,-12 13 0,-13 4 0,-12-4 0,-13-12 0,-1-34 0,-11-1 0,-10 0 0,-7 0 0,-8-1 0,-6-1 0,-4 0 0,-3-1 0,-3-2 0,-1 0 0,1-2 0,0-2 0,4-1 0,6-3 0,-4 2 0,-1 3 0,-3 1 0,-2 0 0,-1-1 0,0-3 0,-1-2 0,0-4 0,1-6 0,1-5 0,2-8 0,1-7 0,3-10 0,2-10 0,-14-13 0,-8-11 0,-4-12 0,-2-8 0,3-7 0,6-7 0,10-4 0,13-2 0,16-1 0,20 0 0,24 3 0,20 17 0,14-3 0,11-2 0,12-2 0,11-1 0,9-2 0,9-1 0,9-2 0,6-1 0,6 0 0,6-1 0,4-1 0,3 1 0,4-1 0,1 0 0,1 0 0,0 1 0,0 1 0,-3 0 0,-2 1 0,-3 1 0,-5 2 0,-5 2 0,-5 1 0,0-2 0,0 1 0,1 0 0,1 0 0,-1 0 0,1 1 0,0 0 0,0 0 0,0 1 0,0 1 0,0 0 0,0 1 0,0 1 0,-1 1 0,0 0 0,-1 2 0,0 0 0,0 2 0,-1 1 0,-1 1 0,0 2 0,-1 1 0,13-4 0,7-2 0,5-2 0,4 0 0,3 0 0,0 1 0,-1 1 0,-2 2 0,-5 3 0,-6 4 0,-7 4 0,-9 4 0,-11 6 0,-12 6 0,-15 7 0,-14 7 0,-19 9 0,-16 9 0,-16 8 0,-15 9 0,-13 7 0,-11 7 0,-11 5 0,-9 5 0,-8 4 0,-7 4 0,-5 1 0,-4 2 0,-3 0 0,-1 0 0,-1-2 0,2-1 0,1-4 0,4-3 0,5-5 0,15-11 0,-2-1 0,-2 0 0,-2 0 0,-2 0 0,-1 0 0,-2-1 0,-1 0 0,-2-1 0,0 1 0,-2-1 0,0 0 0,-1-1 0,0 0 0,-1 0 0,0 0 0,0-1 0,-1 0 0,1 0 0,0-1 0,1 0 0,0 0 0,1-1 0,0 0 0,2 0 0,0-1 0,-4 4 0,-5 3 0,-4 3 0,-3 3 0,-3 1 0,-1 1 0,-2 2 0,0-1 0,0 1 0,0-2 0,2-1 0,1-2 0,4-3 0,2-2 0,5-5 0,4-3 0,5-5 0,6-5 0,7-7 0,6-5 0,9-7 0,8-8 0,8-8 0,11-8 0,-13-45 0,27-28 0,21-18 0,16-3 0,10 6 0,5 26 0,17-1 0,10 0 0,9-1 0,3 1 0,0 0 0,-4 2 0,-7 1 0,1-5 0,8-9 0,1-2 0,-5 7 0,-14 11 0,-18 21 0,-26 25 0,-79 55 0,-6 6 0,-35 17 0,-5 3 0,24-14 0,53-29 0,58-30 0,36-17 0,26-16 0,18-9 0,9-7 0,0-1 0,-9 3 0,-18 7 0,2-8 0,6-8 0,-4 0 0,-14 8 0,-23 15 0,-33 24 0,-51 30 0,-38 26 0,-15 5 0,21-10 0,-12 7 0,-8 3 0,-6 2 0,-5 1 0,-2-3 0,1-3 0,1-6 0,5-4 0,-6 1 0,-3-2 0,-1-1 0,0-4 0,4-5 0,5-7 0,8-7 0,9-9 0,-13-15 0,4-11 0,11-10 0,16-9 0,20-9 0,34-15 0,30-20 0,16-8 0,3 2 0,-13 12 0,-26 23 0,-44-5 0,-27 38 0,5 45 0,-20 26 0,-5 14 0,6 5 0,20-6 0,10 18 0,6 0 0,-34-4 0,-11-3 0,50-28 0,105-56 0,-1-1 0,1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0:21.838"/>
    </inkml:context>
    <inkml:brush xml:id="br0">
      <inkml:brushProperty name="width" value="0.35" units="cm"/>
      <inkml:brushProperty name="height" value="0.35" units="cm"/>
      <inkml:brushProperty name="color" value="#F6EFDC"/>
    </inkml:brush>
  </inkml:definitions>
  <inkml:trace contextRef="#ctx0" brushRef="#br0">1 1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0:37.490"/>
    </inkml:context>
    <inkml:brush xml:id="br0">
      <inkml:brushProperty name="width" value="0.35" units="cm"/>
      <inkml:brushProperty name="height" value="0.35" units="cm"/>
      <inkml:brushProperty name="color" value="#F6EFDC"/>
    </inkml:brush>
  </inkml:definitions>
  <inkml:trace contextRef="#ctx0" brushRef="#br0">3334 44 24575,'33'-14'0,"-3"3"0,-12 11 0,16 0 0,10 0 0,45-8 0,-4 6-488,-30-2 1,1 0 487,-5 3 0,-1 2 0,41-1 0,-11 0 0,-19 0 0,-19 0 0,-16 0 0,-8 0 0,-11 5 975,-21 8-975,-9 2 0,-18 11 0,-1-5 0,-16 9 0,4-2 0,-23 4 0,7 6-492,15-13 0,-1 2 383,12-2 1,1 1 108,-9 4 0,0 0 0,-5 0 0,4 0-384,-10 11 384,12-12 0,2 0 0,4 8 0,0 1 0,17-10 0,16-11 0,6-5 983,6 0-788,5-6 212,15 0-407,8-6 0,14 0 0,-1 0 0,-7 0 0,-1 0 0,-7-6 0,-1-1 0,-6-6 0,-1 1 0,-6 0 0,0 0 0,-6 0 0,0 0 0,-18 6 0,4 0 0,-16 6 0,11 0 0,-12 0 0,12 0 0,-5 0 0,0 0 0,5 0 0,-12 0 0,-9 7 0,-22 25 0,4 4 0,-6 7-492,1 3 0,-4 7 164,3 0 0,-4 5 0,1 1 0,1-4 0,1 1 0,1 0 268,6-2 0,2 0 0,-2 0 60,-10 8 0,-1 0 0,8-4-492,14-6 0,2-2 332,-23 18 0,1-2 160,2 9-47,28-33 0,2-3 47,-14 7 0,22-11 0,8-18 983,8-45 0,5-11-70,0-50-913,0 39 0,0-2 311,0-4 0,0-2-311,-1-4 0,2-1 0,2-6 0,2 1 0,2 4 0,4 0 0,6-5 0,2 2 0,9-29 0,-8 46 0,0 2 0,4-22 114,6 7-114,-7 5 0,-4 24 0,-6 7 0,-1 14 0,0 3 915,0 9-915,0-5 0,-1 6 0,1 0 0,0 0 0,0-5 0,6-2 0,25-14 0,3-1 0,1 2 0,3-2-236,-2 1 1,0-1 235,0 4 0,0 0 0,6-7 0,-1 2 0,19-3 0,-17 5 0,0 0 0,29-11 0,6 6 0,-40 13 0,-2 2 0,18-4 0,23-2 0,-38 9 0,-2 2 0,-14 6 0,-3 0 0,-12 0 471,-3 0-471,-5 0 0,0 0 0,0 0 0,-1 0 0,1 0 0,13 0 0,11 0 0,24 0 0,11 0 0,18-8-882,2-1 882,-36 0 0,1 0 0,1 1 0,1-1 0,4 0 0,0 0 0,2 0 0,-3 0 0,35-7-380,1 6 380,-35-3 0,-2 11 0,-11-4 0,-21 0 0,-3 5 865,-13-4-865,-52 26 0,-37 28-492,-7-9 0,-9 3 164,35-13 0,0 1 0,-4 0 0,-21 10 0,-5 1 0,0-1 0,2-1 0,1-1 0,0 0 0,4-1 0,1 0 0,-2 1 82,10-4 0,-3 1 0,1 0 0,3-3-82,-5-2 0,4-2 0,1 1 0,4 2 0,0 0 0,2 0 0,1-5 0,1-1 0,4-1 17,-1 2 1,3 0 801,-2 4 1,2-1-377,9-8 1,5-2 867,-10 10 0,12-10 0,27-7 0,14-18 0,26-4 0,2-11 0,16 1 0,-17 6-187,13-1-796,-13 1 0,6 0 0,-8 0 0,8 0 0,-6 5 0,5-3 0,-6 3 0,0-4 0,-7 4 0,-1-3 0,-6 10 0,-1-10 0,1 5 0,0-6 0,0 5 0,-1-3 0,1 3 0,0-5 0,0 0 0,13-7 0,3 5 0,30-14 0,4 4 0,-15 4 0,6-1-492,16-3 0,4 0 0,4-4 0,4-2 164,-14 6 0,4 0 0,-4 1-164,13-3 0,-2 0 210,18-9 0,-5 2-208,-35 14 1,-2 2 489,19-2 0,-2 0 0,13-12-68,7 13 68,-38-3 983,-13 13-253,-31 2 253,-36 24 0,-14 0 0,-37 18-191,24-7-792,-31 10-984,0-5 705,18-7 0,-4-1 279,6-7 0,-1 0 0,-20 9 0,-1 1-492,9-5 0,1 1 0,-12 4 0,-1 1 358,0 0 1,1 0 133,1 3 0,-4 2-328,14-6 0,-4 2 0,5-2-164,-3 2 0,1 1 264,2 1 0,-4 4 1,5-4 227,2-2 0,3 0-328,14 0 0,-2 4 0,1-1-112,-27 11 0,2 0 266,8-1 0,3 1 174,3 2 0,5-2 455,18-14 0,2 1-455,-8 10 0,3 0 0,-10 16 983,-16 8 0,30-14 0,10-10 0,13-7 0,3-3 0,7-12 0,4 4-177,-2-11-670,9 11-136,-10-5 0,3 7 0,-10-1 0,4 1 0,-5-1 0,12 1 0,-4-7 0,9-1 0,-3-6 0,10-5 0,7-2 0,1-5 0,4 0 0,-5 0 0,0 5 0,-6 2 0,6 17 0,-11 13 0,5 6 0,-6 23 0,0-12 0,0 32 0,-12-30 0,-4 20 0,-13-25 0,-7 2 0,6-11 0,-5-1 0,9-19 0,0 4 0,0-14 0,0 1 0,-6-6 0,10-1 0,-9-6 0,18 0 0,-5 0 0,6 0 0,5-19 0,2-12 0,5-5 0,0-38 0,0 25 0,13-29 0,5 0 0,12 14 0,-4-23 0,2 26 0,-5-8 0,0 18 0,-3 1 0,-6 9 0,-1 12 0,0-2 0,-1 23 0,-5-9 0,-48 16 0,10-4 0,-65 5 0,11 0-492,34 0 0,-2 0 464,-3-3 0,1-2 28,-28-3-116,-4-15 116,26-1 0,0-5 0,12 6 0,15-2 0,7 11 0,9 1 983,6 2-932,0 10 71,0-4-122,6-1 0,0 0 0,6-6 0,0-6 0,0 4 0,6-10 0,1 5 0,6-7 0,0 0 0,-1 1 0,2-8 0,-2 6 0,8-13 0,-5 12 0,4-11 0,-6 11 0,0-5 0,0 8 0,0-1 0,-1 7 0,1-6 0,5 12 0,-4-6 0,3 7 0,1-6 0,-4 5 0,3 0 0,-5 2 0,-5 5 0,3-1 0,-3 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0:47.038"/>
    </inkml:context>
    <inkml:brush xml:id="br0">
      <inkml:brushProperty name="width" value="0.35" units="cm"/>
      <inkml:brushProperty name="height" value="0.35" units="cm"/>
      <inkml:brushProperty name="color" value="#F6EFDC"/>
    </inkml:brush>
  </inkml:definitions>
  <inkml:trace contextRef="#ctx0" brushRef="#br0">8038 2168 24575,'-61'0'0,"-1"0"0,7 0 0,-1 0 0,-14 0 0,2 0 0,-25 0 0,23 0 0,-6 0 0,28 0 0,-20 0 0,39-6 0,4 5 0,24-9 0,32 8 0,1-9 0,34 9 0,-14-11 0,7 12 0,9-6 0,-18 7 0,2 0-492,1 0 0,2 0 338,17 0 0,4 0 154,0 0 0,-1 0 0,-9 0 0,0 0 0,14 0 0,-2 0 0,-19 0 0,-1 0 0,5 0 0,0 0-93,-11 0 0,-2 0 93,30 0 0,-27 0 0,-19 0 0,-16 0 0,-23 0 983,-38 8-686,-35-7-297,6 2 0,-16 0 0,-2-1-246,15-1 0,0-2 0,-5 1 0,-6 0 82,4 0 0,-8 0 0,-4 0 0,-1 0 0,1 0 0,5 0-33,-2 0 0,3 0 1,1 0-1,0 0 0,-2 0 0,-7 0 0,-3 0 1,0 0-1,4 0 0,7 0-131,-11 0 0,8 0 0,-1 0 0,-9 0 0,0 0 0,3 0 0,13 0 0,2 0 0,1 0 0,2 0 0,1 0 0,2 0-164,-25 1 0,10-2 0,35-2 0,6-1 809,-22-3-317,43-6 983,37 6 0,24 1 0,50 6 0,4 0-492,-21 0 1,6 0-1,13 0 1,2 0-135,-6 0 1,3 0-358,-11 0 0,3 0 0,-2 0 0,14 0 0,-3 0 0,-8 0 0,-2 0 0,7 0 0,-5 0 307,22 0-307,-39 0 0,-2 0 0,16 0 0,-21 0 0,-25 0 0,-13 5 983,-53 9-26,3-5-957,-18 1 0,-9 1-492,-8-5 0,-6 0 216,10 0 1,-4 1 0,-4 1-53,-18-1 0,-5 1 0,-1 0 82,17-2 0,-1 0 0,-1 0 0,2 0-82,-14 2 0,1 0 0,-2 0 82,10-2 0,-4 0 0,2 0 0,8 1-246,-19 3 0,4 0 164,9-5 0,-5-1 0,9 0 193,2 1 1,6-2-116,-3-2 1,4-2 249,-22 1 983,36 0-295,58 0-688,78 0 0,-26-3 0,8-2 327,11 1 1,8 0 0,1 0-167,-4 0 0,0 0 1,1 1-162,-1-1 0,1 0 0,-2 2 0,-2 1 0,0 1 0,-4 1 325,17-1 0,-2 0-325,2 0 0,0 0 0,-5 0 0,-1 0-46,-1 0 0,-3 0 46,-19 0 0,-4 0 0,33 0 0,-32 0 983,-24 0 0,-10 0 0,-15 5 0,-25 3 0,-15-2-251,-51 1-732,4-7-492,5 5 0,-14 0 164,6-4 0,-7-1 0,-5 1 82,11 1 0,-3 1 0,-3 0 0,-1-1 49,14-1 0,-3-1 1,-1-1-1,2 1 0,2 0-49,-10 0 0,3 0 0,1 0 0,-1 0 0,-2 0 0,-1 0 0,3 0 0,6 0-82,7 0 0,7 0 0,-4 0 0,-17 0 0,-3 0 0,7 0-164,-1 0 0,7 0 0,12 0 0,2 0 0,-6 2 0,20-4 1475,43-5 0,38-3-492,52 5 1,26 1-738,-38-1 0,4-1 0,5 1 0,3 1 175,3 2 1,4 1 0,3 1 0,1 0 0,-2 0 70,-4-2 0,-2-1 0,0 0 0,2 1 0,4-1-164,1 1 0,4-1 0,2 0 0,0 1 0,-1 0 0,-3 0-33,5 1 0,-2 1 1,-1-1-1,-1 1 0,1-1 108,-3-2 0,0 0 0,0 0 1,0 0-1,1 1-108,7 1 0,1 1 1,0 0-1,-1 1 0,-6-1-49,2 0 0,-6 0 0,0 0 0,1 0 0,9 0 0,3 0 0,-2 0 0,-7 0-26,1 0 1,-6 0 0,-2 0 598,-2 0 1,-2 0 0,-8 0-65,-6 0 0,-3 0 228,8 0 1,-4 0 491,25 0 0,-44 0 0,-25 0 0,-13-5 0,-43-4 0,-24-5 0,-19 5-492,-10 0 1,-8 0-1,19 3 1,-5 0-344,-13 2 1,-10 0 0,6 0-149,24-2 0,3-1 0,-3 1 0,-26 5 0,-6 2 0,3-3 0,19-3 0,3-2 0,-2 0 0,-18 3 0,-3 0 0,6-1 0,22-1 0,4-1 0,-1 0-328,-4 0 0,-1 0 0,5 0 29,2-3 1,3 1-2,-11 4 0,1 0 300,-21-10 0,21 8 0,40-1 983,21-3 0,7 4 0,42-14 0,17 5-492,-4 4 1,4 0-984,2 3 0,4 1 332,6-2 1,6-1 0,1 0-169,2 0 0,0-1 0,6 1 82,1 1 0,5 1 0,4 0 0,-1-1 0,9-3 0,1 0 0,1 1 0,-4 1 0,-11 3 0,-4 1 0,1 1 0,3-1 49,-4-1 0,3 0 1,1 0-1,-2 0 0,-4 1-49,0 0 0,-4 1 0,-1 1 0,3-1 0,13-1 0,4 1 0,-1-1 0,-2 2 0,-10 1 0,-2 1 0,-1-1 0,0 1-82,23-5 0,-2 1 0,-6 1-164,2 5 0,-6-1 688,1-7 0,-9 1-196,-6 6 983,-1-6 0,-40 8 0,-21-6 0,-63-3 0,-20-6-656,7 7 1,-14 1 0,-8 1-574,-4-1 0,-7 0 0,-6 1 0,-5 1 132,18 1 0,-3 2 0,-3-1 1,-3 1-1,-3 0 0,-3 0 4,20 0 1,-3 0 0,-1 1 0,-3-1-1,-1 0 1,-1 0 0,0 1 0,-1 0-1,-1 0 11,4 0 1,-1 1 0,-2 0-1,1 0 1,-2 0 0,0 0-1,-1 0 1,0 1 0,0-1-1,-1 0 9,5 0 1,-1 0-1,-1 0 1,0 0 0,-1 0-1,0 0 1,0 0 0,0 0-1,-1 0 1,0 0-1,1 0 0,-5 0 1,0 0-1,-2 0 1,0 0 0,0 0-1,0 0 1,0 0 0,2 0-1,2 0 1,1 0-1,2 0-20,-3 0 1,2 0 0,3 0 0,0 0-1,2 0 1,0 0 0,-1 0 0,-2 0-1,-1 0 11,1 0 1,-4 0 0,-1 0-1,-2 0 1,1 0 0,1 0-1,2 0 1,5 0 0,4 0-1,7 0-98,-20 0 0,10 0 1,4 0-1,1 0 0,-4 0 33,5 0 0,-3 0 0,-1 0 0,2 0 0,3 0 0,5 0 128,-6 0 1,4 0 0,5 0-1,3 0 36,-5 0 0,3 0 0,-2 0 245,0 0 1,-4 0 0,1 0 0,11 0 21,-10 0 1,12 0 715,-7-7 0,126-11-492,20 3 1,13 0-165,-16 1 1,5-1 0,3 1-135,16 2 0,5 0 0,8 0-357,-29 4 0,6-2 0,4 1 0,0-1 0,-1 2 0,-5 0 29,14 0 0,-5 1 0,1 0 0,7 0-29,-5-1 0,8 0 0,3 0 0,0 0 0,-5 1 0,-9 1-82,-5 1 0,-9 2 0,0 0 0,5 0 49,6 0 0,5 0 1,3 1-1,-2-1 0,-5 1-49,0-1 0,-3 0 0,-1 0 0,2 0 16,11 2 1,2 1 0,-1 0 0,-2-2 229,-9 0 0,-1-2 0,-3 1 0,-4 1 327,-4 2 1,-4 0 0,3 0-316,23-3 1,3-2 0,-10 2 478,-19 1 1,-1 1-235,7-3 1,7 0-1,-6 1-257,-6 2 0,-5 2 491,-8-1 1,-2 0 491,42 0 0,-28 0 0,-11 0 0,-18 0 0,-15 0 0,-20 0 0,-48 0-492,-14 4 1,-14 1-820,-4 0 0,-9-1 0,-8 1 191,17 0 0,-6 0 1,-3 1-1,-2-1 0,-2 0-27,4 0 0,-3 0 0,-2 0 0,0 0 0,0 0 0,2-1-33,-9 0 0,1-1 1,1 1-1,1-1 0,0 0 0,5 0 0,-2 0 1,2 0-1,4 0 0,7-2-131,-8 0 0,8-1 0,0-1 0,-3 1 0,0 0 0,3 0-164,-19 1 0,2-2 396,21-3 0,-2-2 1,7-1 82,0 1 1,8-4 12,-25-29 983,78 4 0,51 5-492,-3 10 1,11 2-165,15 5 1,12 2 0,7 0-324,-12-1 0,5-2 0,5-1 0,3 2 1,1 0-169,-4 4 0,2 0 0,2 2 0,2 0 0,3-1 0,2 0 41,-9 1 0,2-1 0,3-1 0,2 1 0,0 0 0,1 0 0,0 1 0,0 0 0,3 1 0,0 1 0,2 1 0,0-1 0,-1 1 0,0 1 0,-1-1 0,-3 1-18,5-1 1,-1 1-1,-1 0 1,-1 1-1,0-1 1,-2 1-1,-1-1 0,-4 1 1,0-1-1,1 0 1,-3 1-1,-2-1 1,-4 1-1,-5 1-105,14 0 0,-7 1 0,-3 1 0,2-1 0,5 0 0,1 0 0,-1 0 0,-6 0 110,1 0 1,-5 0-1,1 0 463,11 0 1,1-1 0,-8 2 10,1 2 1,-11 1 644,20 4 0,-54 6 0,-27-2 0,-59 2 0,-38 2-492,1-10 1,-18-3-569,24 0 1,-8-1-1,-6 0 1,-7 0 76,16-2 0,-6 0 0,-5 0 0,-2-1 0,-2 1 0,1 0 0,2 1-141,3 0 1,2 1-1,0-1 1,-1 2-1,-2-1 1,-2 0-1,-5 0 42,10 0 1,-5 0 0,-3 0-1,-3 0 1,-1 0 0,1 0-1,1 0 1,2 0 0,4 0-1,5 0-42,-6 1 1,5-1-1,4 1 1,2 0-1,-2-1 1,-2 1-1,-6-1 31,0 0 1,-6 0 0,-4 0 0,-2 0-1,0 0 1,2 0 0,3-1 0,5 1-1,8 0-87,-15 0 0,10 0 1,4 1-1,-3-1 0,-7-1 74,11 0 0,-7-1 0,-4 0 0,-2 0 0,1 0 0,5 0 0,7 1 0,10 0-205,-28 2 0,15 2 0,-8-2 154,7-2 0,-8-1 1,-3-1-1,5 1 1,11 0 500,5 0 1,9 0 0,0 0-274,-12 0 1,-1 0-1,4 0 437,-15 0 1,13 0 491,2-6 0,44-1 0,97-8-492,16 1 1,18-1-247,-16 4 1,8 1 0,5 0 0,-2 1-41,-2-1 1,-1 0 0,2 0 0,8 1-370,-6 1 0,8 0 0,3 0 0,2 1 0,-1 0 0,-4 1 0,-9 0 0,-2 1 0,0 0 0,-1 0 0,3 1 0,3 0 23,0 0 1,5 1-1,2 1 1,0 0-1,-1-1 1,-2 1-1,-3 0-23,-4-1 0,-4 0 0,-1 1 0,-1-1 0,1 1 0,3 1 0,10 0 0,3 0 0,1 2 0,-1-1 0,-3 0 0,-4 1-33,-6-1 0,-5 0 1,-2 0-1,1 0 0,2 0 0,11 0 0,3 0 1,1 0-1,-1 0 0,-3 0 0,-9 0 0,1 0 1,-3 0-1,-3 0 0,-4 0 492,14 0 0,-7 0 0,1 0-295,5 0 0,1 0 0,-10 0 491,-16 0 1,-5 0-1,14 0 1,-4 0 491,14 0 0,-38 0 0,-37 0 0,-50 0 0,-48 0-738,26 2 1,-13 1 0,-8 1 0,-5 0-298,11-1 0,-5-1 0,-3 0 0,-4 1 0,-3 1 0,-3 1 52,14 1 0,-3 0 0,-3 1 0,-2 1 0,-2 0 0,0 1 0,0-1 0,0 0 0,1 0-110,-1 0 1,0 0 0,-1 0 0,0 0-1,1 0 1,-1 0 0,0 0 0,1 0-1,0 1 0,2 1 1,0-1 0,0 1 0,1-1-1,-1 1 1,1 1 0,-1-1 0,1 0-1,-1 1 0,-1 0 1,-2 0 0,0 1 0,0-1-1,0 1 1,2 0 0,1-1 0,4-1-1,2 1-54,-14 0 0,5 0 0,3-1 0,1 0 0,0 0 0,-3 1 0,-6 0 0,-3 0 0,-1 1 0,2-1 0,3-1 0,6 0-82,-14 1 0,7-2 0,2 0 0,3 0 0,11-3 0,3 0 0,0 0 0,-2 0 0,-15 1 0,-5-1 0,4 1 0,9-1 573,10 1 1,8-1 0,8-5 163,-3-10 1,31-5-440,68-5 1,49-7 0,22-1 0,-3 2-53,-13 4 0,5 2 0,3-1 0,7 0 0,5-1 0,-22 4 0,6-2 0,3-1 0,4 0 0,2 0 0,1 0 0,-2 2 0,-1 0 0,-3 2 0,1 2 0,-1 1 0,-1 2 0,0 0 0,-1 1 0,1 0 0,0 0 0,1-2 0,-7 1 0,0-1 0,1 0 0,0 0 0,0 0 0,0 1 0,1-1 0,-1 1 0,1 1-110,1 1 1,2 0 0,1 1 0,-1 1-1,1-1 1,-2 1 0,-2 0 0,-3 0-1,-3 0 94,15-1 1,-5-1 0,-3 1 0,-1 1 0,1-1 0,2 0-126,-5 1 1,2 0-1,1-1 1,0 1-1,-2 0 1,-3 1-1,-4 1-9,7 1 0,-5 1 0,-2 1 0,-4 0 0,-1-1 150,4-2 0,-5-1 0,0 0 0,1 2 245,7 2 1,2 2 0,-1 0 0,-5-1-228,5-2 1,-4-1 0,-9 1 472,-11 2 1,-6 2 491,30-1 0,-91 5 0,-72 23-656,18-9 1,-11 1 0,-6 0-83,0-2 0,-5 1 1,-5-1-1,-5 2-245,10-2 0,-6 1 0,-3 1 0,-1 0 0,1-2 0,3-1-197,-6 0 0,3-2 1,1-1-1,-3 0 0,-4 1 56,11-1 1,-5 2-1,-2-1 1,-1 1-1,2 0 1,4-2-1,6-1 91,-15 2 0,9-2 1,0-1-1,-7 2 50,8-1 0,-8 2 0,-2 0 0,1 0 0,6 0 0,10-3-328,-9 2 0,11-2 0,-6 1 82,-7 0 0,-8 0 0,1 1 0,11-4-220,-13 1 1,8-1 465,23-3 0,-1 0 0,5-1 0,-7 0 0,8-1 983,-10 3 0,62-8 0,60-24-907,14 7 0,13-1 251,-13-1 1,4-2 0,8-1-322,-6 4 1,8 0 0,3-1-1,3 1 1,-1 1-204,3 1 0,2 2 1,1 1-1,1 0 0,1-2 88,6-1 1,0-2 0,2 1-1,1 0 1,2 2-56,-8 3 0,3 1 0,1 1 0,0 1 0,-1 0 0,-2 0 0,-6 1 0,-2 0 0,-1 1 0,0 0 0,1 0 0,3 0 23,-5 0 1,2 0-1,2 0 1,0 1-1,-2-1 1,-1 2-1,-3 0-56,12 0 0,-3 1 1,-2 1-1,-2 0 0,-2 0 176,9 0 1,-2-1 0,-3 0 0,-4 2 20,7 1 0,-4 2 0,-3-1 327,-10 0 1,-2 0 0,0 0-210,6 0 1,0 0-1,-5 0 373,15 0 1,-9 0 491,17 0 0,-37 0 0,-33 0 0,-41 0 0,-32 8-492,-19 1 1,-15 3-165,0-1 1,-9 1 0,-6 1-308,6 2 0,-6 1 1,-4 1-1,-5-1-184,15-3 0,-6 0 0,-4-1 0,0 1 0,2 0 0,2 1-33,-3 2 0,3 0 1,0 1-1,-1 1 0,-6-1 56,12-2 1,-5 0-1,-2 1 1,-1 0-1,0 0 1,2 0-1,3 0-23,0 1 0,2 0 0,1 1 0,1 0 0,-2 0 0,-2 0 23,2-1 1,-3 2-1,-2-1 1,0 1-1,2-1 1,2 0-1,4-1-56,-10 2 0,3-1 1,4 0-1,1-1 0,3 1-49,-10 1 0,3 1 0,3-1 0,6-1-82,3 1 0,6-2 0,2 0 460,-22 5 0,2-1-132,26-6 0,-1-1 0,5 0 491,-7 4 1,9-2 491,-19 1 0,55-2 0,44-9 0,31-20-492,15 0 1,9-3-1,0-7 1,5-1-165,1 3 1,8 0 0,2-1-574,-17 3 0,2-1 0,2 0 0,2 1 0,12-3 0,2 0 0,3 0 0,2 0 49,-13 4 0,2 0 1,1 0-1,0 0 0,1 0 0,2-2 0,1-1 1,0 0-1,1 0 0,0 2 33,-10 2 0,0 1 0,1 1 0,1-1 0,-1 1 0,0-2 0,0 0 0,1-1 0,-1 0 0,1-1 0,-1 1 0,2 0 0,2-1 0,2 1 0,0-1 0,0 0 0,-3 1 0,-4 0-82,18-4 0,-6 0 0,0 0 0,1 0 49,-12 4 0,1 0 1,1 1-1,-3 0 0,-5 0-70,17-6 0,-5 1 0,-3 2 594,-6 4 1,-2 2 0,-1-2-201,3-3 0,-1-1 0,-9 2 364,-13 4 1,-4 1-1,11-5 1,-2 0 491,10-4 0,-27 9 0,-21 7 0,-79 2 0,27 5-492,-50 2 1,-18 5-1,8 13 1,-7 5-331,26-8 0,-4 1 0,-4 1 0,-1 3-407,-14 8 0,-3 3 0,-1 2 0,3-2 0,11-5 0,4 0 0,-2 0 0,-8 3 105,12-4 1,-8 3-1,-5 1 1,-1 1-1,2 0 1,3-2-1,8-2-105,-13 5 0,8-3 0,1 0 0,-6 2 82,9-4 0,-6 2 0,-2 1 0,1 0 0,5-2 0,9-3-164,-12 6 0,9-3 0,0-1 0,0 0 0,1 0 0,1-1 0,5-5 0,0-2 0,1 2 148,0 2 1,-1 1-1,3-3 671,-16 0 1,5-3-1,21-4 1,4-3 491,-20-4 0,39-27 0,12 3 0,19-23 0,6 11 0,-16 7 0,-43 1 0,-28 3-492,16 0 1,-6-4-288,-4-1 0,-2-4-204,-8-6 0,-10-5-197,26 10 0,-10-3 1,-4-1-1,1-1 0,7 2-131,-14-8 0,6 0 0,-6-1 131,16 9 0,-5-1 1,-2-2-1,0 0 0,1-1 0,0-3 0,-3-2 1,2 0-1,3 2 0,7 3-131,-4-1 0,8 4 0,-8-4 131,0 0 0,-10-4 1,-2-1-1,3 1 0,10 4-131,-2 0 0,8 4 0,2 0-164,-20-12 0,1 1 164,21 14 0,-2 0 0,7 2 202,12 1 1,2 1 606,-9 1 0,2 1-481,-19-16 983,27 16 0,22 14 0,10 9 0,11 10 0,5 1 0,-4 0 0,4 0 0,-5 13 0,0 11 0,0 15-569,0 0-414,0 7 0,0-15 0,0 6 0,-6-7 0,5-8 0,-12 14 0,-1-12 0,-18 40 0,-7-11-492,4-11 0,0 4 426,8-11 0,0 1 66,-18 15 0,0 2 0,11-5 0,2-2 0,-1-3 0,1-1 0,2-2 0,2-2-531,-13 29 531,2-8 0,8-18 0,11-13 0,13-20 0,1-8 0,6-7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1:09.487"/>
    </inkml:context>
    <inkml:brush xml:id="br0">
      <inkml:brushProperty name="width" value="0.35" units="cm"/>
      <inkml:brushProperty name="height" value="0.35" units="cm"/>
      <inkml:brushProperty name="color" value="#F6EFDC"/>
    </inkml:brush>
  </inkml:definitions>
  <inkml:trace contextRef="#ctx0" brushRef="#br0">3205 3312 24575,'-77'11'0,"0"0"0,-5 6 0,-2 5 0,-9 4 0,0 3-492,1 6 0,2 1 0,10-7 0,3 0 0,5 3 0,-2 2 0,-19 2 0,2 0 349,28-8 1,0 0 142,-3 0 0,-5 2 0,9-4 570,-20 10-570,17-7 0,3-1 0,5 1 846,-12-2-846,30-7 0,11-10 0,19-5 983,6-4 0,25-17-144,-5-4-839,16-14 0,-8 5 0,-7 5 0,14-12 0,5-5 0,16-15 0,19-4-276,-34 27 1,0 1 275,31-14 0,-8-2 0,-9 11 0,-7 5 0,2 0 0,-9 6 0,-10 11 551,-11 0-551,-6 11 0,-49 6 0,10 9 0,-43 9 0,15 5 0,-4 2-492,0-4 0,-5 0 164,3 1 0,-6 2 0,3-3 243,-14 1 1,4-2 84,5 0 0,5-2-301,-29 1 301,9 0 0,3-11 0,5 3 0,-13-8 0,39-2 0,-11-6 0,27-7 0,-11-11 0,-3-11 0,-10-3 0,-4-2 983,-1 3 0,10 9-511,-1-6-472,12 7 0,4-4 0,6 3 0,12 5 0,8-7 0,7 6 0,2-8 0,4 6 0,13-5 0,8-5 0,17-1 0,25-19 0,1 2-492,-18 17 0,1-1 475,0 5 0,2 0 17,8-4 0,1 0 0,-13 9 0,1 1 0,11-5 0,0 2 0,30-11 0,-32 17 0,0 2 0,21-5 0,1 3 0,-30 12 0,-4 1 0,-4 5 0,-12 3 0,-4 0 983,-1 2-948,-2 12-35,-3 7 0,5 21 0,-2 10 0,1 16 0,1 19-797,-7 9 797,-8-43 0,0 2 0,-2 2 0,0 1 0,-2 0 0,-1 0 0,1 1 0,-1-1 0,-2 0 0,0-1 0,0 38 0,-8 4 0,-6-23 0,0-15 0,-8-8 0,13-24 0,-7 6 0,8-12 0,-1-4 797,3-7-797,3-4 0,1-37 0,9 3 0,1-36 0,4 20 0,3-12 0,2-10 0,-3-1 0,3 4 0,-9-14 0,-4 28 0,0-26 0,-4 34 0,0 0 0,-5 19 0,-12-3 0,-5 12 0,-8 2 0,-1 9 0,7 0 0,-15 17 0,16-3 0,-10 18 0,16-8 0,0 3 0,4 4 0,-2 10 0,4-4 0,-4 17 0,2-7 0,-3 20 0,-5-3 0,-1 15 0,-1-5 0,6-13 0,5 8 0,1-20 0,2 7 0,-3-10 0,8-10 0,1-13 0,1-7 0,1-8 0,-1-43 0,5 8 0,8-36 0,-2 13 0,5 12 0,-6-15 0,-1 19 0,-3-15 0,0 17 0,-4-3 0,0 11 0,0 5 0,-3 2 0,-1 4 0,-5-8 0,2 8 0,-5-12 0,5 5 0,-5-3 0,5 1 0,-2 6 0,3 4 0,1 6 0,-6 4 0,1 14 0,-1 3 0,1 15 0,7-2 0,-4 21 0,-2 0 0,0 19 0,-8 5 0,3 8 0,-8 6-586,-2 7 586,-4-6 0,6-22 0,2-6 0,2-19 0,3-8 0,-2-2 0,5-19 0,0-3 586,4-9-586,-2-36 0,6-23 0,2 4 0,1-8-492,0-10 0,2-5 0,-1-13 0,0-4 164,0 24 0,0 0 0,0-1 0,-1-1 0,1 0 0,1 3-68,2-16 1,2 2-97,0-9 0,2 3 189,3 26 0,1 5 126,-2 1 0,1 2 177,9-41 983,-4 49-393,-3 1 393,-2 22 0,-4 12 0,-1 11 0,-2 30 0,-8 3-800,-19 54-183,-12 2-492,4-13 0,-4 4 0,1-1 0,0 0 207,2 4 1,-1 2 284,6-22 0,-2 1 0,1-1 0,-5 22 0,0 0 0,4-18 0,-2 0 0,1-2 0,-1 8 0,1-3-331,-6 13 0,3-9 331,5-10 0,5-13 0,1-3 0,3-3 0,-3-4 0,6-11 983,11-27 0,8-34-507,18-32-476,7-9 0,6-8-492,5 1 0,5-5 164,1 4 0,4-5 0,1-1 82,-12 23 0,0 1 0,2-1 0,1-1 0,8-7 0,1-2 0,2-1 0,-1 0 0,0-4 0,1-2 0,-2 2 0,-2 4-82,5-4 0,-3 6 0,-1 0 0,-4 5 0,-1 0 0,-7 10-656,8-26 722,9 4 262,-21 20 0,11-9 983,-22 37 0,-8 15 0,-41 73 0,3-7-492,-2 2 1,-1 3 491,-15 28-492,16-27 1,-2 4-725,3-2 1,-1 3 232,-8 12 0,0 2 0,3-2 0,1-2 0,3-9 0,1-1-492,-5 7 0,2-3 428,-10 25-264,-4-7 328,1-8 677,16-37-677,-8 7 983,2-16-358,12-13 358,-5-8-797,16-31-186,-13-29 0,7-38-492,4 31 0,-1-2 351,1-2 0,-1-2 141,-1-8 0,-1 2 0,1 18 0,-1 1-441,-3-17 0,-1 3 441,-14-26 0,13 35 0,-1 2 0,-10-14 0,-2 5 0,10 35 0,2 2 983,5 12-381,4 11 358,3 4-960,-1 2 0,3 5 0,2 4 0,2 4 0,3 8 0,0-5 0,0 6 0,0 4 0,0 2 0,0 8 0,10 4 0,8 7 0,22 23 0,-1-15 0,-6-7 0,1-2 0,15-3-291,-2 5 1,2-2 290,13-5 0,-11-5 0,2-2 0,26-1 0,-28-15 0,0-2 0,45 7 0,-42-15 0,-2-1 0,18 6 0,12-8 0,-34-2 0,4-3 0,-15 0 0,-14 0 0,-11 0 581,-6 2-581,-4 9 0,-8 3 0,-8 8 0,0-3 0,-13 9 0,8-3 0,-2 7 0,2 8 0,9-10 0,-1 14 0,7-13 0,-2 1 0,5-5 0,-2-5 0,3-9 0,0-2 0,7-36 0,-1-15 0,11-44 0,-12 27 0,1-3-492,4-8 0,0 0 418,-4 5 0,-1-2 74,4-14 0,-1 0 0,-3 12 0,0 3 0,-1 4 0,-2 0 0,1-1 0,-1 4 0,-2-8 0,0 0 0,0 26 0,0 19 0,0 17 0,0 29 983,0 13-834,0 26-149,0 35-492,0-51 0,0 2 176,0 20 0,0 4 316,2-1 0,2 2 0,5 6 0,4 2-492,-2 8 0,4 0 0,8 2 0,0-3 279,-8-17 1,0-5 21,0-9 1,0-5 190,7 28 0,-8-23 0,8 5 983,-6-18-588,-2-28 588,2-18 0,-7-59-411,-2-30-572,-4 10 0,-2-9-492,0-6 0,-2-4 164,2 18 0,0-4 0,-3 0 0,-2-3 0,-3 0 0,0-1 280,0-3 1,0 0-1,-2 1 48,-3 4 0,-2 2 0,0 4-492,-3-13 0,-1 4 174,1-7 0,-1 7-197,-6 2 515,9 22 0,1 3 0,-4-5 0,0 1 0,7 23 983,5 22 0,0 11 0,1 6 0,2 24 0,0 15-194,3 34-789,0 18-492,0-11 0,0 4 0,0-14 0,0 2 443,2-1 0,-1 6 0,2-1-279,1-7 0,0-1 0,1 3 0,4 13 0,0 2 0,1 1 13,-3 2 0,0 2 0,1-4 315,0-13 0,1-3 0,-1 0 0,-3 9 0,-1 0 0,-1-8-424,2-14 0,0-1 424,1 22 0,-1-2-51,0 4 51,-1-1 983,-4-25-290,3-24 290,0-14 0,9-22 0,9-31-928,4-8 0,8-11-383,3-3 0,7-6 0,3-2 82,-2 7 0,4-3 0,2 0 0,0 1 0,-1 3 0,-1 1 0,3 0 0,2-1 0,12-8 0,5-3 0,-1 2 0,-6 8-82,-8 11 0,-5 5 0,4-3 82,4-4 0,6-3 0,-2 0 0,-7 8-246,3-2 0,-3 6 0,10-7 0,-3 5-492,14-7 1967,-20 22-40,0-4 40,-22 18 0,-18 11 0,-13 9 0,-18 11 0,-16 2 0,-23 12 0,-8-11 0,-6 3-854,20-13 0,-4 1-621,3 1 0,-2 1 455,-20 1 1,-4-1-456,1 1 0,-2 0 37,-4 1 0,2-1 455,11-1 0,3 1-198,-6 2 0,6-1 198,-5 3 0,-27 11 0,42-16 0,-4 9 0,21-11 932,17 1-932,61-20 0,47-16 0,-10 6 0,9-2-328,-21 6 0,2-2 0,3 1 180,13-2 1,4-1 0,-4 2 147,-16 1 0,-2 2 0,-1-1-252,4 2 1,-1-1 0,-7 2 251,-7-1 0,-3 1-173,5 1 1,-2 2 172,20-8 0,8-3 0,-35 9 983,-36 6 0,-68 8-492,8 6 1,-9 3-820,-6 1 0,-9 2 0,1 2 121,-1 3 0,-1 1 0,-2 3-39,6-2 0,-2 1 0,-3 1 0,1 1 0,-5 2 0,-1 1 0,-1 1 0,-1 0 0,-6 2 0,-3 1 0,2 0 0,2 0 55,13-5 1,3 1 0,0-1 0,-2 2 190,-11 4 0,-4 2 0,3-1 0,12-3-451,-1 2 0,5 0 451,-20 9 0,4-2 0,-5-1-167,21-3 167,-2-6 983,25-6 0,27-11 0,32-5 0,29-15-492,18-2 1,9-4-449,5-6 0,6-3-43,-3 6 0,5 0 0,2 0-328,4-4 0,2-1 0,3 1 82,-12 4 0,2 1 0,1 0 0,-3 0-82,8-2 0,-3 0 0,4 0 82,-7 2 0,5 0 0,-3 0 0,-8 3-246,10-3 0,-6 2 0,18-2 0,-3 2 0,-28 4 0,-3 2 418,2 2 1,-3 2 73,-10-1 0,-3 1 983,39-1-142,-72 18 142,-51 32 0,-35 12-492,5-9 1,-13 5-738,17-15 0,-6 1 0,-4 1 0,1 0 176,-5 2 1,0-1 0,-2 1-1,0 1 70,-3 2 0,-1 1 0,0 0 0,-2 1 0,-7 3 0,-3 2 0,3-2 0,7-4 0,13-7 0,6-4 0,-5 4-246,-6 4 0,-5 4 0,0-1 0,10-5 162,-4 0 1,6-2-332,-15 11 1,3-2 414,25-16 0,5-4-49,-28 20 49,-1-1 0,20-12 983,36-16 0,25-8 0,66-38-492,-7 9 1,9-4-615,-7-3 1,4-5 0,4 0 122,12-4 0,5 0 0,1-2-246,-17 7 0,1-1 0,1-1 0,1 0 0,6-4 0,1-1 0,0 0 0,-4 2-82,7-3 0,-3 2 0,-2 1 0,-5 0 0,-1 1 0,-9 3 43,-11 4 1,-4 3 100,9-2 1,-3 1 183,24-12 0,-27 15 0,-4 1 983,-1 1 0,-34 18-294,-76 46-689,8-12 0,-8 3 327,4-2 1,-5 2 0,-2 1-65,-9 6 1,-2 0-1,-3 1-263,-10 3 0,-4 0 0,5 0 0,13-5 0,3-1 0,1-1 0,3-5 0,0-1 0,8-4 345,7-1 1,3-2-346,-3 1 0,1-1 0,-30 17 552,0-1-552,25-15 0,27-14 0,31-19 0,48-27 0,17-8 0,15-6-18,-12 6 0,6-2 1,1 1 17,3-1 0,1 0 0,1 0 0,-1 2 0,0 0 0,0 1 0,1 0 0,-1 1 0,-5 4-379,2-1 1,-3 1 378,15-10 0,-4 4 0,-31 17 0,-4 3-479,34-13 479,-31 11 0,-2 3 0,-2 4 0,-8 1 983,-47 25 0,-38 25-492,2-5 1,-6 3-535,-12 10 0,-7 3 43,10-11 0,-4 1 0,-4 3-246,-3 3 0,-5 4 0,-1 0 0,3-3-82,-6 0 0,3-3 0,-5 3 131,11-3 0,-6 4 1,-2 1-1,4-2 0,7-4-35,-25 14 1,6-3-97,16-11 0,-2 2 0,9-4 241,8-1 0,5-2-185,-7 2 0,1-1 272,-27 24 491,37-29 1,1-1-17,-19 13 508,31-21 0,7-9 0,61-51-660,10-5 0,15-9 0,5-4-569,-2 4 0,5-2 0,3-3 0,2-1 49,-9 5 0,2-1 1,1-2-1,2-1 0,2-1 33,-1 1 0,3-3 0,3 0 0,-2-1 0,-2 3 0,-6 4-82,6-6 0,-5 4 0,-2 2 0,2-4 49,-6 5 0,2-3 1,0 0-1,-3 3 0,-5 5-131,4-2 0,-7 4 0,-1 2-164,14-14 0,-2 1 0,-1-2 0,-3 1 0,-9 11 0,-3 1 0,2-4 0,-2 3 983,-9 9 1,-6 6 438,-1 1 53,-14 9 0,-31 24 0,-17 14 0,-10 1 0,-11 15 0,-2-7 0,-28 16 0,-1-11-492,23-7 1,-4 0-276,1-5 1,1-2-217,7 0 0,1-1-21,-44 6 21,22-8 0,8-4 0,0 1 0,17-2 0,16 0 0,12-3 983,9 1-588,5-2-372,5 30-23,0 6 0,0 47 0,-6-33 0,-3 6-328,1 4 0,-2 6 0,-1-1-164,-7 16 0,0 4 164,2-2 0,0 6 0,0-4 0,3-15 0,1-3 0,0-1-164,-4 28 0,1-4 0,2-10 0,1-4 117,2-18 0,1-3 57,-2 41 318,4-46 0,0-2 0,2 20 983,1-21-152,12-30-831,12-26 0,20-33 0,15-29 0,4-2-246,-7 10 0,3-2 0,4-4 0,5-5 105,-9 12 1,5-5-1,3-2 1,2-2-1,0-1 1,-2 2-1,-2 2-23,-1-1 0,-1 1 0,-1 1 0,-1 0 0,1 0 0,1 0 0,2 0 0,1 0 0,1 1 0,-1-1 0,-1 1 0,-3-1-33,4-9 0,0-1 1,-3 0-1,-3 3 0,-3 4-131,10-15 0,-6 5 0,3-1 82,-7 8 0,3-3 0,-2 2 0,-9 8-246,-1-3 0,-5 5 796,8-9 0,-1 3-304,-12 17 0,1 0 0,9-14 0,-2 4 0,0 0 983,-12 19 0,-48 71 0,-14 17-492,-20 26 1,-8 13-318,21-34 1,0 1 0,-4 4-175,-6 6 0,-5 4 0,-3 3 0,0 0-246,-2 0 0,-2 0 0,-1 1 0,-3 1 49,6-9 0,-2 3 1,-1-1-1,0-1 0,1-1-5,-8 5 0,2-1 0,-1-1 0,-2 2 202,4-4 0,-2 4 0,-2-1 0,4-2 0,4-8-328,-3 2 0,5-8 0,-5 5 150,-5 6 1,-6 5-1,1-1 1,9-11-203,-4-1 1,5-7 379,-15 11 0,0-2 0,4-4 0,5-8 0,-19-4 491,26-2 1,3-5 491,8-24 0,15-32 0,23-26-492,4-12 1,7-9-1,8 0 1,7-4-165,0 5 1,4-5 0,5-5-574,6 2 0,6-4 0,4-1 0,0 1 85,2 0 1,2 1 0,2 0-1,0 0 161,2-4 0,1 0 0,1 0 0,3 1-197,-5 14 0,2-2 1,2 2-1,-2 3 0,-4 7-131,3-2 0,-4 8 0,4-5 82,6-10 0,6-7 0,-1 1 0,-7 12-246,-1 5 0,-3 5 512,8-16 1,2 2-21,-5 14 0,-3 7 983,-1 2-492,-6 5 1,-4 6 491,-19 22 0,-8 27 0,-11 18 0,-15 35-492,-2-8 1,-4 6-1,-4 3 1,-3 2-1,1 5 1,-1 2-984,-7 11 0,-2 0 457,3-13 1,0-2 34,1-2 0,-1 0-179,-6 5 1,1-8 178,-2-2 0,15-21 0,0-3 0,-4-4 0,-4 8 0,7-26 983,11-10-449,3-22-534,12-42 0,0-8 0,3-10-226,3-12 1,5-7 225,4 9 0,4-4 0,2-1 0,3 1 0,3-1 0,4-1-246,0 14 0,4-1 0,0 1 0,-1 3-82,1-5 0,-1 3 0,1 2 34,1 3 0,1 3 1,-3 7-13,17-31 306,-21 42 0,1 0 0,3-2 0,-2 2 0,9-13 0,17-2 0,-47 58 983,11-5 0,-16 26 0,-1 6 0,-9 25 0,-18 25 0,-1 10-1475,-3-9 0,-2 6 37,3 1 1,-1 3 454,2-14 0,-1 3 0,-1-3 0,-7 17 0,-2 0-328,10-21 0,-2 0 0,2-5-164,0-4 0,1-5 39,-2 6 1,1-2 452,-4 23 0,1-33 0,0 23 0,12-48 983,3-3 0,14-77-864,15-11-119,1 9 0,6-11 0,0 1-265,2 3 1,0 0 0,4-3 264,0 0 0,2-3 0,2-3 0,-1 2 0,0-1 0,0 0 0,0 1 0,-1 1 0,5-11 0,0 3 0,0-3 0,-5 10 0,2-3 0,-1 2 0,-4 6 0,5-18 0,-3 2-328,-1 3 0,2-5 0,-5 4-1,-3-3 0,-3 1 329,-1 18 0,1-2 0,-2 4 0,-2-3 0,-2 3-106,-1 2 1,0 5 105,2-10 0,-3 1 0,2 20 983,-7 38 0,-5 59 0,-9 24-656,2-11 1,0 6-309,2 2 1,1 3-20,-1 7 0,2 4-328,3-16 0,2 4 0,-1 0 0,0 1 0,0-1 0,0 3 0,1 9 0,1 3 0,1-1 0,5-1 0,1-1 0,0-3 0,-3-16 0,0-2 0,3 0 0,5 5 0,3 0 0,-1-10-656,5 32 1048,-3-26 1,-1-2-65,2 7 983,-1 5 0,-7-28 0,-4-18 0,-3-51 0,-6-27-492,-5-2 1,-1-6-391,-1-14 1,-1-4-102,-6-13 0,-2-4 0,5-7 0,1-3-328,2 30 0,-1-2 0,1 1 88,0 1 0,0 1 0,0 3 240,-3-12 0,-1 4-318,-2-5 1,-1 8 317,-5 1-15,-9-20 15,11 47 983,-15-13-181,16 35 181,-5 0 0,12 21 0,1 0-452,2 8-511,0 10-20,1 19 0,4 10 0,-4 1 0,-2 5-492,2 1 0,-3 4 20,-14 33 1,-3 9 143,9-23 0,1 4 0,-2 2 82,0-11 0,-1 4 0,-1-1 0,1-1-82,-1 13 0,1-1 0,0 3 82,4-8 0,0 5 0,0-1 0,2-5 219,-2 7 1,2-4 0,2-1 26,3-2 0,2-1 0,1 0 0,-2-2 0,2 0 0,3-7-492,6-4 0,6-3 453,12 20 0,9-5 39,1-23 0,11-8 0,33 1 0,16-12-328,-11-19 0,8-9 0,3-7 82,-15-6 0,1-5 0,3-4 0,2-2 49,-2 1 0,3-1 1,2-2-1,0-4 0,-2-5 0,4-6 0,0-7 1,0-2-1,-2-2 0,-3 3-49,9-4 0,-4 1 0,-1-1 0,4-4 92,-19 9 1,2-3-1,2-2 1,-1 1-1,-2 0 1,-3 2-66,14-10 0,-5 3 0,0-1 0,3-1 219,-4 3 0,3-2 0,1 0 0,0 0 0,-3 1 0,-7 4 0,0 0 0,-1 0 0,-3 2 0,-1 2 0,23-12 0,-5 2 0,1 1-138,3-5 1,0 0-1,-9 9 138,-17 17 0,-4 3 491,9-12 1,-1 3-225,-7 13 1,-5 4 715,4-1 0,26-7 0,-58 22 0,-16 7 0,-7 13 0,-16 7 0,-24 32 0,-23 1-492,8-12 1,-7 1-1,-3-2 1,-5 0-820,7-8 0,-4 0 0,-3 0 0,-6 1 0,-3-1 0,-2 0 131,11-6 0,-1-1 0,-1 1 1,-2-1 196,-6 1 0,-1-1 0,0 0 0,3-1 0,-8 2 0,4-1 0,-2-1 0,9-3 0,-4-1 0,2 0 0,9-3 0,-11 2 0,5-2-492,-15 5 0,2-1 468,23-7 1,5 0 23,-30 7-41,-9 2 41,43-10 983,20-10-484,32-11-499,56-24 0,15-5 0,15-6-173,-6 6 0,7-2 1,0 0 172,-2-1 0,1-1 0,3 0 0,-5 4 0,4-1 0,-1 1 0,-8 3 0,-9 3 0,-6 3 0,1-1-75,12-6 1,2 0 0,-7 4 74,-10 6 0,-3 1 0,7-2 0,-1 0 0,28-6 0,-30 11 0,-3 1 43,3 1-43,-10 3 0,-46 25 0,-32 15 0,-17 19 0,-8-1 0,-7 3 491,-5 4 1,-4 2-301,10-9 0,-3 3 1,-2-1-192,-6 5 0,-1-1 0,1-2 0,10-9 0,2-2 0,0 0 0,-2 1 0,0 0 0,1-1 104,-18 9 0,5-4-104,23-13 0,1 0-230,-18 10 0,3-2 230,3-2 0,-8 3 0,27-16 983,19-10 0,16-9-417,35-23-566,11-4 0,12-6-328,13-3 0,9-4 0,0 1 0,-4 3 0,1 0 0,6-1 131,-10 4 0,6-1 1,3-1-1,0 1 0,-2 2-49,9-2 0,0 3 0,0 0 0,3-2 49,-4 0 0,5-2 1,0 0-1,-1 0 0,-5 3-49,-1 1 0,-4 1 0,0 2 0,2-2 0,13-5 0,5-2 0,-5 1 0,-12 5-246,-4 1 0,-5 3 0,22-7 0,-3 2 313,-37 13 1,-5 2 1161,19-5 0,19-5 0,-48 14 0,-13 4 0,-47 28 0,-39 30-492,-5-5 1,-12 6-803,10-9 1,-6 4 0,-4 0 310,6-4 0,-4 2 0,-2-1 0,2-2 0,7-5 0,1-2 0,-1 0 0,-3 2 0,-2 0 0,-3 2 0,-3 1 0,3-2 0,6-5 0,-12 2 0,6-5 0,-2 1-328,-14 10 0,-2 0 0,10-5-44,11-8 1,7-5-40,-4 2 1,4-1 410,14-6 0,2 0-34,-7 1 1,3-2 33,-18 5 983,26-9 0,28-17 0,24-14 0,26-21-492,33-22 1,17-9-820,-26 23 0,2 0 0,5-4 82,5-4 0,7-4 0,1-1 0,-2 4 231,9-4 1,-1 2 0,-1 2 14,1-2 0,-1 1 0,-5 5-492,9-4 0,-6 4 287,-15 9 0,-2 0 205,-1 1 0,-1 1-338,-12 8 1,0 1 337,11-8 0,-3 3 0,6 0 0,-13 8 983,-52 27 0,-64 33-492,15-7 1,-8 4-820,-14 4 0,-9 5 0,-2 1 139,-2 3 0,-1 1 0,-2-1 189,19-11 0,0 0 0,-2-1 0,0 2 0,-11 6 0,-3 2 0,2 0 0,7-4 0,7-6 0,5-2 0,-2 1-200,-10 5 0,-3 2 0,10-5 200,13-6 0,4-2-280,-4 2 1,2-2 279,-36 16-113,4 3 113,29-21 983,28-9 0,22-9-492,44-20 1,29-14-165,-7 5 1,6-3 0,3-1-656,8-4 0,3-2 0,5-2 82,-4 3 0,5-2 0,1 0 0,-3 1 110,-6 2 1,-1 1 0,-1 1 0,-2 0 135,15-4 0,-1 1 0,-3 0-328,0-1 0,-2-1 0,-10 6 305,-13 8 0,-4 3-280,9-7 0,-2 2 303,33-11-288,-1 1 288,-20 8 983,-44 18 0,-7 3 0,-52 25 0,-47 23-492,16-8 1,-7 3-604,10-7 1,-4 0-1,1-1 112,-24 11 0,1-2 0,1 1 0,4-5-291,23-13 0,4-2 291,-2 2 0,2-1-281,-36 12 281,6-4 0,19-8 0,27-10 0,11-7 983,15-13 0,1 6 0,-11-9-577,-2 12-68,-17 0-338,4 3 0,-14 5 0,15 0 0,-3 1 0,20-4 0,9-4 0,1 1 0,-3 1 0,2-3 0,-5 5 0,-12 2 0,4 1 0,-17 2 0,11 0 0,-3 0 0,14-2 0,0 3 0,1-7 0,6 4 0,-5-2 0,12-1 0,-2 3 0,17 3 0,-9-5 0,12 4 0,-8-10 0,2 5 0,2-4 0,0 4 0,0-5 0,-2 5 0,2-4 0,-3 1 0,4 1 0,-1-3 0,1 3 0,-4-1 0,3-1 0,-3 1 0,2-2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1:26.834"/>
    </inkml:context>
    <inkml:brush xml:id="br0">
      <inkml:brushProperty name="width" value="0.35" units="cm"/>
      <inkml:brushProperty name="height" value="0.35" units="cm"/>
      <inkml:brushProperty name="color" value="#F6EFDC"/>
    </inkml:brush>
  </inkml:definitions>
  <inkml:trace contextRef="#ctx0" brushRef="#br0">2360 2492 24575,'-50'0'0,"7"0"0,2 0 0,12 4 0,2 2 0,6 5 0,-7 0 0,6-5 0,-6 4 0,7-4 0,5 0 0,1-2 0,5-4 0,25-26 0,3 3 0,36-24 0,-7 8 0,26-2 0,-9-6 0,-4 12 0,5-10 0,-13 12 0,22-8 0,-12 2 0,10-2 0,-4 6 0,-14 4 0,17-2 0,-33 9 0,17-8 0,-25 10 0,4 4 0,-13 2 0,0 5 0,-5 1 0,-1 0 0,-5 0 0,-9 4 0,-17 16 0,-2 3 0,-13 13 0,-4 4 0,3 0 0,-13 15 0,0 1 0,-3 14 0,-1 9-478,20-26 0,1 3 478,4 1 0,2 2 0,-6 13 0,1 3 0,3-7 0,2 2 0,0 14 0,1-1 0,6-23 0,0 1 0,-3 26 0,4-3 0,4 4 0,2-17 0,1 0 0,7 15 0,0-7 0,0-4 0,0-28 0,0-4 0,0-11 956,4-6-956,2-1 0,4-10 0,-1 0 0,1-5 0,0 0 0,0-5 0,1-18 0,0-16 0,3-37 0,-7-21-492,-3 36 0,-1-4 67,-3-9 0,0-2 425,0-5 0,0-1-492,0-10 0,0-2 164,0 27 0,0 0 0,0-1 0,-1 2 0,1-1 0,1-4 0,1-21 0,1-6 0,2 4 0,0 16 0,1 3 0,2-3 272,3-18 1,3-4 0,1 9 55,5 2 0,3 4-328,-4 17 0,2-1 0,2 3-114,10-10 1,2 3 501,5-13 1,0 3-61,-7 21 0,1 5 491,3 2 1,0 5-161,12-7 652,6 2 0,-13 18 0,-13 25 0,-2 1 0,-11 11 0,-5 5 0,-7 25-512,-4 19-471,0 36 0,0-6 0,0 6-492,0-4 0,0 2 164,0-14 0,1 2 0,-2 4 0,-2 17 0,0 5 0,-1-1 0,0-4 0,0 0 0,-1 5 82,-2-3 0,-1 6 0,-2 0 0,1-1 0,1-7 0,0-2 0,-1 0 0,-1 2 0,-3 7 0,-2 2 0,0-2 0,1-6-82,0 0 0,1-5 0,-2 2 82,-2-10 0,-1 5 0,-1-3 0,1-7-246,-6 22 0,-1-6 0,-1 0 0,-2-1 0,-1-10 0,2-8 1475,-4 9-492,7-36 1,-1-2 491,-1 5 0,-4-19 0,9-23 0,9-5 0,3-40 0,9-31-492,0 19 1,0-5-1,0-11 1,0-2-120,0 0 0,0-1-864,0-4 0,0-1 170,-1-5 0,2 0 322,2 4 0,1 0 0,-1-5 0,3 1 0,8 10 0,2 2 0,-4-1 0,3 2-417,6 8 0,2 1 417,-4 1 0,1 1 0,1 2 0,2 3-117,18-23 117,1-6 0,-5 40 983,-6-3-897,-2 19 897,-8 14-328,-9 14 309,-3 28-964,-9 14 0,-7 37 0,-5-21 0,-2 6-492,4 8 0,0 6 164,-5-10 0,-1 4 0,2 2 0,8 9 0,4 2 0,-2-2 0,-4-11 0,-2-2 0,2 4 82,4-3 0,2 4 0,0 0 0,-1-4-82,-3 3 0,0-4 0,-1 3 320,-2 15 1,-2 3 0,2-7-485,-1 3 0,0-4 357,-2 0 0,-1-7-228,-1 8 363,1-34 0,-2-5 983,-5 3 0,-11-14 0,6-79-492,17-5 1,3-9-165,-3-9 1,0-8 0,1-5-574,5 3 0,2-3 0,0-4 0,0-6 82,-1 7 0,-1-6 0,0-3 0,0-2 0,0-1 0,1 2 0,1 0 0,0 1 0,0-1 0,0-1 0,0-1 0,0-3 23,0 2 1,-1-5-1,0-1 1,0 0-1,1 1 1,1 3-1,1 5-56,3-9 0,1 6 1,1 2-1,2 0 0,1-2 33,0 7 0,1-4 0,1-1 0,1 3 0,1 5 0,2 7-164,10-15 0,2 9 0,3-4 131,-6 11 0,2-6 1,2-1-1,-1 5 0,-3 11-295,11-14 0,1 5 164,-4 0 0,2-6 0,2 8-164,9 3 0,1 10 213,-15 14 0,4 4 770,29-17 1,8 14-1,-24 38 1,3 6-185,30-18 0,7 7 184,4 31 1,6 15-276,-9-2 0,5 5 0,-4 4-216,-14 3 0,-4 4 0,2 6-178,0-1 0,3 5 1,0 3-1,-8 0 178,-14-6 0,-5 0 0,-2 2 0,-1 4 0,6 10 0,-1 4 0,-3 2 0,-2 2 0,-4 0 0,-3 2 0,-3 2 0,-4 1 0,-3 5 0,-4 3 0,-4 0 0,-3 1 0,-4 2 0,-4 0 0,-3 1 0,-1-1 0,-1-3 0,-2 0 0,-3-1 0,-5-2-196,-6-3 0,-5 0 0,-3-3 0,-1-5 196,-1 2 0,-2-6 0,-7-2-194,-10-2 1,-7-2 0,-3-9 193,-13 3 0,-8-9 0,5-12 0,-7-1 0,-6-8-100,8-12 1,-5-5-1,-2-3 1,0-3 99,-1-2 0,0-2 0,0-3 0,0-7 0,1-6 0,-1-5 0,1-6 0,3-4 0,2-5 0,1-6 0,4-4 0,5-5 282,-9-22 1,7-8 0,3 0-283,0 8 0,2 0 0,5-4 0,1-9 0,5-3 0,7 1 157,14 17 1,6 2 0,0-1-158,-1-4 0,1-2 0,3 2 257,0-22 1,6 5-258,3 19 0,9 5 491,14 10 1,9 6 491,42-21-535,9 27 0,19 6-694,-24 18 0,8 3 0,4 2 0,3-2 63,-5 0 1,3 0-1,3-1 1,0 1 0,1 1 182,3 1 0,1 1 0,0 0 0,0 1 0,-2 0 0,-5 1 0,-1 0 0,0 1 0,-4-1 0,-3 2-195,21-3 0,-6 2 0,-1 1 195,0 1 0,0 2 0,-3 2 0,-16 0 0,-3 1 0,4 1-177,17-1 0,5 0 0,-11 0 177,-9 0 0,-8 0 141,4-3 0,-15 6-141,-32 12 0,-36 18 0,-45 7 0,-23 0 210,17-8 0,-6-2 0,-7 2-210,9-6 0,-5 1 0,-4 0 0,-5 1 0,-4 1-123,9-4 0,-5 1 0,-5 1 0,-2 0 0,-1 0 0,1-1 0,2 0 0,4-2-32,-6 2 0,4-2 1,2-1-1,-1 0 0,-3 1 1,-7 1 44,6-2 1,-5 2 0,-6 1 0,-2 0-1,0 1 1,0-2 0,5 0 0,4-3-1,9-2-87,-14 1 0,10-2 1,3-3-1,1 1 0,-4-1 168,-11 3 0,-5 1 0,0-1 1,5-1-1,10-1-299,-3 0 0,10 0 0,-2-2 199,-10-1 1,-1 0 0,5-2 619,-8 2 1,2 0-484,21-4 0,-2 0 0,4-2 483,-13-2 1,10-2 491,1 3 0,17-17 0,69-8 0,62-43 0,-3 21-656,-17 9 1,11-6 0,1 2-99,8 1 0,2 2 1,4 0-476,-6 2 0,4-1 0,1 0 0,-2 1 170,-5 2 0,0 0 0,-1 1 1,-3 2 75,12-3 0,-3 2 0,-8 4-94,-7 5 1,-6 0 93,0-5 0,-3 2-155,20 3 155,-21 2 0,-3 1 983,-6 7 0,-15 0 0,-81 21 0,-8 9-492,-14 5 1,-9 5-505,8 1-1,-2 3 14,7-3 0,-5 2 0,0 1 0,-4 0 0,-2 0 0,4 0 0,9-5 0,3 0 0,-2 0 0,-10 4 0,-2 0 0,8-3 0,7-2 0,3-3-424,-25 7 1,4-1 423,36-12 0,3-1 0,-6-2 0,2 0 0,-10 12 0,23-12 0,26-8 983,18-6 0,26-16 0,1-2 0,5-6-694,-12 3-289,-2 5 0,-11 5 0,-50 7 0,4 18 0,-50 3 0,32 1 0,-1 4-492,-1-4 0,-2 0 400,-11 5 0,-1 1 92,1 2 0,3-2 0,-30 10-356,34-13 1,3-1 355,-10 2 0,-11 7 0,37-16 0,8-1 0,28-12 983,36 0-841,30-25-142,-16 11 0,7-1-328,7-3 0,7-3 0,2 2 0,-1 4 0,2 0 0,4 2 82,-1 2 0,4 0 0,3 1 0,-1 1 0,-2 0 0,1 2 0,0 0 0,2 0 0,7 2 0,2 0 0,-1 0 0,-4 0-82,9 0 0,-4 0 0,2 0 82,-13 0 0,3-2 0,-1 2 0,-6 2-82,-3 5 0,-4 2 0,-3 1-164,23 1 0,-1 8 164,-15 6 0,3 8 0,-14 2-84,-23 3 0,-4 3 903,34 16 1,-7 4-310,-40-13 1,-8 1-183,-3 3 0,-3 0 0,-2 43 0,-31-29 0,-9-3 0,-13 17 0,-11-19 0,-9-6 491,11-21 1,-2-4-1,-19 9 1,-1-3-287,15-10 0,1-2 286,-7 0 1,3-1 491,-31 6 0,1-7-207,17-1 62,26-14-838,18-1 983,32-16-346,24-10-637,32-6 0,2-4 0,8-2-331,2 9 0,3 0 331,14-7 0,0-1 0,-16 7 0,-2 3-219,2 4 1,-3 0 218,-14-1 0,-2 1 0,1 1 0,-2 3 0,22-4 0,-26 1 0,-30 15 0,-51-4 0,-34 12 0,13 3 0,-11 5 0,-5 0-246,4-1 0,-4 1 0,-3 0 0,-2 2 49,6 0 0,-3 1 1,-1 1-1,-2 0 0,-1 1 0,-12 1 0,-3 2 1,-1-1-1,2 1 0,4-1-47,1 0 0,5 0 1,0 1-1,-3 0 244,2 0 0,-4 1 0,-1 1 0,5-1 0,9-2 0,1 2 0,8-2 0,-5 2-246,-10 1 0,-9 3 0,3-1 0,14-2-6,4 1 0,5 0-76,-2-2 0,-4 1 0,7-1 306,13-1 0,4-2 20,-7-4 0,3-1 2,-17 10 983,31-14 0,26-6 0,75-32 0,7-10-656,-14 11 1,9-4 0,0 1 163,23-9 1,1 1-334,-23 13 1,1 0-1,-2 2-158,18-6 0,-1 3-492,-3 6 0,-3 2 323,-15 3 0,-1 2-5,6 1 1,-3 3 173,24 0 0,-22 7 0,-38 4 983,-5 13 0,-64 33-525,-20 20-780,12-19 1,-6 2 321,-13 4 0,0 0 0,18-8 0,-1 1 0,-21 11 0,3-3-589,-2 6 589,21-18 0,1-1 0,1 5 0,-5 5 0,28-23 0,8-10 0,14-13 983,19-3 0,26-2-880,40-11-103,-29 0 0,3-2 0,13-3 1,0-1-1,-13 1 0,0 0 0,7 0 0,-2 1 0,26-3 0,-8 0 0,-20 7 0,-28 1 0,-9 6 0,-25 5 0,-32 7 983,2 5-875,-23 2-108,29-3 0,6-10 0,11-6 0,82 21 0,-14-7 0,-1 5 0,13 7 0,-3-2-492,10 4 0,1 0 164,-7-3 0,4 1 0,0 0 101,-2-1 0,0-1 0,-3-1 227,15 4 0,3 0-246,-18-5 0,9 2 0,-2 0 0,-7-3-246,8 3 0,2 0 246,5 1 0,15 4 0,0 0 0,-15-5 176,-5-3 0,-2-1 70,-9-1 0,9 3 0,0-1 0,-7-2 0,23 0 0,-3-1 0,-18-3 0,3 2 0,-5-3-492,8 0 0,-3-1 442,10 3 1,-7 0 49,5 0-112,-30-5 0,-1 0 112,15 2 983,-17-1 0,-15 0 0,-8-6 0,-11-1-656,-5-1 1,-7 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0:32.558"/>
    </inkml:context>
    <inkml:brush xml:id="br0">
      <inkml:brushProperty name="width" value="0.35" units="cm"/>
      <inkml:brushProperty name="height" value="0.35" units="cm"/>
      <inkml:brushProperty name="color" value="#F6EFDC"/>
    </inkml:brush>
  </inkml:definitions>
  <inkml:trace contextRef="#ctx0" brushRef="#br0">4391 150 24575,'-39'0'0,"-1"0"0,6 0 0,1 0 0,7 0 0,1 0 0,5 0 0,2 0 0,6 0 0,0 0 0,0 0 0,0 0 0,0 0 0,1 0 0,-1 0 0,0 0 0,0 0 0,0 0 0,0 0 0,0 0 0,0 0 0,0 0 0,0 0 0,-6 0 0,5 0 0,-5 0 0,0 0 0,-9 0 0,0 0 0,-13 0 0,6-6 0,-1 4 0,-5-4 0,13 6 0,-6 0 0,8-6 0,5 5 0,2-5 0,6 6 0,0 0 0,0-5 0,0 3 0,1-3 0,-1 5 0,0 0 0,-6 0 0,-9 0 0,-7 0 0,-8 0 0,1 0 0,-1 0 0,8 0 0,1 0 0,7 0 0,7 0 0,-5-6 0,10 5 0,-4-5 0,6 6 0,0 0 0,0 0 0,0 0 0,1 0 0,-1 0 0,0 0 0,0 0 0,0-5 0,-6 4 0,5-5 0,-12 6 0,-1 0 0,-9-6 0,-6 5 0,-9-6 0,7 7 0,-7 0 0,9 0 0,-1 0 0,-16 0 0,4 0 0,-6 0 0,3 0 0,5-6 0,-7 4 0,-1-5 0,1 7 0,0 0 0,-10 0 0,8-6 0,-37 4 0,32-4 0,-8 6 0,27 0 0,4 0 0,-27-8 0,14 6 0,-29-5 0,47 7 0,-19 0 0,23 0 0,-1-6 0,9-1 0,1 0 0,12 2 0,-5 5 0,6 0 0,0 0 0,0 0 0,0 0 0,0 0 0,1 0 0,-1 0 0,0 0 0,0 0 0,0 0 0,0 0 0,-6 0 0,-9 0 0,-15 0 0,-18 0 0,-2 6 0,-25-4 0,15 5 0,-17-7 0,0 0-445,7 7 445,-17-6 0,27 13 0,-15-12 0,33 4 0,3 0 0,18-5 0,14 5 0,1-6 0,6 0 445,40 0-445,-6 0 0,36 0 0,-24 0 0,6 0 0,-6 0 0,8 0 0,-1-6 0,0 4 0,9-11 0,-7 12 0,14-6 0,-13 7 0,42 0 0,-18 0-456,-15 0 1,3 0 455,-5 0 0,0 0 0,1 0 0,-1 0-190,42 0 190,3 0 0,-23 0 0,16 0 0,-19 0 0,-2 7 0,-8 1 0,-1 0 0,0 5 902,0-11-902,-7 10 199,-3-4-199,-15 0 0,-7-2 0,-9-1 0,-7-4 0,1 5 0,-40-6 0,-1 0 0,-31 6 0,-16-5 0,20 5 0,-22-6 0,19 0 0,-1 0 0,9 0 0,2 0 0,7 0 0,14 0 0,3 0 0,13 0 0,5-5 0,2-7 0,5-1 0,26-6 0,-1 12 0,41 1 0,-12 6 0,14 0 0,0 0 0,-7 0 0,7 0 0,-8 0 0,8 0 0,-7 0 0,7 0 0,-17 0 0,7 6 0,-15 2 0,6 6 0,-7-6 0,-1 4 0,-6-10 0,4 4 0,-4-6 0,-1 6 0,-2-5 0,-12 5 0,-2-6 0,-7 0 0,1 0 0,-5 5 0,-2 7 0,-16 1 0,-11 5 0,-12-5 0,-8 1 0,-7-6 0,-3-2 0,-26 1 0,6-5 0,-27 6 0,26-8 0,-14 0-424,36 0 0,0 0 424,-36 0 0,35 0 0,2 0 0,-19 0 0,10 0 0,8 0 0,14 0 0,12 0 0,30 0 848,22 0-848,3 0 0,14 0 0,-11 0 0,-6 0 0,13-7 0,-13 6 0,6-11 0,-8 5 0,1-6 0,-1 6 0,1-5 0,-7 6 0,-1-1 0,-6-4 0,-1 10 0,1-5 0,-5 6 0,-2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0:32.812"/>
    </inkml:context>
    <inkml:brush xml:id="br0">
      <inkml:brushProperty name="width" value="0.35" units="cm"/>
      <inkml:brushProperty name="height" value="0.35" units="cm"/>
      <inkml:brushProperty name="color" value="#F6EFDC"/>
    </inkml:brush>
  </inkml:definitions>
  <inkml:trace contextRef="#ctx0" brushRef="#br0">1 0 24575,'0'0'0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0:40.991"/>
    </inkml:context>
    <inkml:brush xml:id="br0">
      <inkml:brushProperty name="width" value="0.35" units="cm"/>
      <inkml:brushProperty name="height" value="0.35" units="cm"/>
      <inkml:brushProperty name="color" value="#F6EFDC"/>
    </inkml:brush>
  </inkml:definitions>
  <inkml:trace contextRef="#ctx0" brushRef="#br0">0 1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0:41.004"/>
    </inkml:context>
    <inkml:brush xml:id="br0">
      <inkml:brushProperty name="width" value="0.35" units="cm"/>
      <inkml:brushProperty name="height" value="0.35" units="cm"/>
      <inkml:brushProperty name="color" value="#F6EFDC"/>
    </inkml:brush>
  </inkml:definitions>
  <inkml:trace contextRef="#ctx0" brushRef="#br0">0 1 24575,'0'0'0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1:44.706"/>
    </inkml:context>
    <inkml:brush xml:id="br0">
      <inkml:brushProperty name="width" value="0.35" units="cm"/>
      <inkml:brushProperty name="height" value="0.35" units="cm"/>
      <inkml:brushProperty name="color" value="#F6EFDC"/>
    </inkml:brush>
  </inkml:definitions>
  <inkml:trace contextRef="#ctx0" brushRef="#br0">7339 1450 24575,'-82'0'0,"-1"0"0,1 0 0,-8 0 0,-2 0 0,-3 0-246,14 0 0,-1 0 0,-1 0 0,0 0 0,1 0 0,0 0 0,1 0 0,1 0-82,-19 0 0,2-1 0,1 2 0,3 1 0,1 1 0,3 1 0,10-1 0,1 0 0,2 1 0,2 2 0,2 0 0,3 1-164,-14 2 0,1-1 0,-8-3 0,0-1 0,11 0 0,2-1 398,3-3 1,2 0 90,10 0 1,8 0 2,0 0 983,13 0 0,38-5 0,27-6 0,15-2 0,19-4 0,-9 10 0,25-5-492,-21 10 1,5 2-984,16-3 0,6-1 278,-7 4 1,4 1-1,2-2-114,12-1 0,4-2 0,1 0 82,-20 4 0,2 0 0,1-1 0,1 0 0,12-3 0,1-2 0,2 0 0,-2 1 0,-6 4 0,0 1 0,-1 0 0,2-1 159,6-3 1,3-2 0,-2 0-1,-5 1 87,5 2 0,-5 0 0,2-1-246,-15 0 0,2-2 0,-1 1 0,-3-1-82,7 0 0,-4-1 0,1 1 275,5-1 0,1 0 1,-3 1 52,19 0 0,-4 0-436,-11 2 1,-5 0 435,-25 1 0,-3 0 491,2 2 1,-3 0 137,17-6 354,-21 7 0,-19 0 0,-7 0 0,-16 0 0,-50 17 0,6-8 0,-43 20 0,-15-13-1475,14 0 0,-11 0 164,6-7 0,-7-3 0,0 1 0,-2 3 0,0 1 0,-1-2 95,-3-1 0,0-1 0,5-1 233,25-2 0,3-1 0,0 1-328,-2-1 0,-1 0 0,2-1-97,-18-2 0,3 0 425,-7 0 0,2 0-305,17 0 1,5 0 304,-24 0 0,23 0 0,37 0 983,13-5 0,13 0 0,4-10 0,4 4 0,13-10 0,13 8-175,13-4-808,13 4 0,-4 1 0,38 5-492,-41 3 0,4 2 218,25 2 0,6 0 274,10 0 0,2 0 0,-1 0 0,2 0-328,-19 0 0,2 0 0,-1 0 0,-6 0 0,0 0 0,2 0 0,14 0 0,4 0 0,-1 0 0,-5 0 0,0 0 0,1 0 0,8 0 0,1 0 0,-2 0 0,-11 0 0,-2 0 0,1 0 254,5 0 1,-1-1-1,-5 2 74,2 2 0,-3 0-415,10-3 0,-5 2 415,-34 4 0,-4 1 485,7-6 0,-3-1-485,17 7 983,-26-3 0,-21 2 0,-12 4 0,-5 0 0,-35-5 0,-14 0 0,-41-5-665,30 0 0,-6 0-810,-31 0 0,-8 0 164,28 0 0,-2 0 0,-8 0 131,3 0 0,-8 0 1,-4 0-1,1 0 0,5 0-49,2 0 0,5 0 0,-1 0 0,-7 0 82,5-1 0,-7-1 0,-3-1 0,1 1 0,4 0 0,8 1-164,-18 0 0,10 0 0,-3 0 82,11-2 0,-1 0 0,0 0 0,4 1-82,-3 1 0,4 2 0,2-1-164,-27-4 0,3 0 0,-3 3 0,4 0 50,21-7 1,7 1 441,-20 6 983,29-11 0,32 7 0,11-6 0,15-4 0,0 4 0,9-5 0,23-1 0,14 3 0,20-5 0,-8 6-537,-9 5 1,3 2-1431,43-2 492,-19 4 0,5 1 260,-4 2 0,-1 2-260,-9-1 0,0 0 409,11-4 0,-3 1 83,-24 2 0,-2 0 0,9-3 0,-1 0 0,28 4 0,-25 0 0,-18-5 0,-19 4 983,-28-3 0,-41 4-673,-37 0-310,6-5 0,-8 1-492,-6 3 0,-1 0 427,-4-7 1,-2 0-264,21 4 0,-2 1 0,1-1 0,8 1 0,1 0 0,-2 0 20,-10-3 1,-2-1 0,1 2 307,0 4 0,1 1 0,1-1 0,7-4 0,1-2 0,0 2 0,-1 4 0,0 1 0,6-1-385,-1-3 0,2 0 385,-12 4 0,6 0 0,6 0 0,-19 0 0,35-5 983,20 4-37,13-9 37,13 0 0,4-1 0,22-11 0,13 9-765,31-6-218,10 5 0,-7 1 0,11-1-824,18 0 824,-49 6 0,2 1 0,15-1 0,2 0 0,-6 0 0,2 0-492,10 4 0,2-1 166,4-2 1,3-1-167,9 3 0,2 0 0,1-4 0,-2 0 394,-13 4 1,-2 0-395,2-3 0,-3 1 434,-23 2 1,-2 1 293,2 0 1,-3 0-237,27-3 983,-26 7-584,-24 0 584,-106 6 0,31 2-833,-18-2 0,-3 2-150,-1 5 0,14-5 0,-1-1 0,-12 0 0,17-3 0,1 0 983,-1 1-561,1-3-227,9 3-195,17-5 0,3 0 0,16-4 0,5-7 0,30-8 0,12 1 0,41-8 0,-5 4-492,-29 7 0,4 0 203,20-1 1,4 0-204,-4-1 0,3 1 164,-7 3 0,4 0 0,-4 1 251,9-1 1,-1 0 76,-10 1 0,3 0 0,-2 1 0,17 1 0,1 0 0,-16 1 0,2 0 0,-1 0 0,26 0 0,-5 0 0,-22 1 0,-2 0-244,5 0 1,-6 0 243,6 0 0,12 1 0,-41 7 983,-10 0-620,-44 0 620,-24 0 0,-35 0-719,-24 7-756,39-3 0,-7 1 164,-17 4 0,-10 2 0,-2-1 0,0-3 0,-1 0 0,-3 2 82,12 0 0,-3 2 0,0 0 0,2-2-82,-17 0 0,3-3 0,6 2-164,-7 5 0,3 1 164,21-8 0,-1 0 0,3 0-164,-8 3 0,2-1 0,-16 1 0,3 0 423,29-1 0,4-1 1052,-40 2 0,46-3 0,23-6 0,19-9 0,21-4 0,22-17 0,36 2 0,18-12-1451,-11 17 1,7 2 467,-4-1 0,3 2 0,-6 3 0,6 2 0,0-1-328,0 0 0,2-1 0,-3 2 0,-8 3 0,-2 2 0,-1 0-71,28-9 0,-4 1-93,-14 5 0,-5 2 475,-18 2 1,-2 1 16,9-4 0,-2 0 0,23-2 0,-31 7 983,-18 1 0,-41 6 0,-32 0 0,-34 0-492,22 3 1,-6 1-820,-7-1 0,-8 0 0,-3 2 0,-18 4 0,-6 2 0,-1 0 82,23-5 0,0-1 0,-2 1 0,-4 1 49,4 0 0,-3 2 1,-2 1-1,1-1 0,3 0-49,-8 0 0,1 0 0,2-1 0,1 1 0,3-1 0,1 1 0,1-1 0,1 1-82,-18 1 0,1 0 0,4 0 0,17-1 0,2 1 0,2-2-164,-23 2 0,2 0 202,3 3 1,4-1 780,20-3 1,6-2 491,-13 1 0,31-3 0,59-17 0,21-10 0,51-8-492,-20 6 1,5 0-155,6 5 1,6 1-338,-9 2 0,6 0 0,1 0-328,5 2 0,1 0 0,-2 1 0,-11 2 0,-1 1 0,2 0 63,14 0 0,4 0 0,-3 0 265,-17 0 0,-2 0 0,3 1-328,14 1 0,3 1 0,0-1 0,-4-4 0,0-3 0,-5 3 41,-19 5 1,-3 1 0,0-1-42,3-2 0,0-1 0,-6 2 300,-1 0 1,-5 0 518,8 0 1,-3 0 67,32 0 424,-41 1 0,-13 7 0,-34 0 0,-44 11 0,11 1 0,-38 5 0,41 3 0,-11 4-355,4 6-628,-7 7 0,-1 13 0,-8 5 0,3 20-609,-13 5 609,30-37 0,0 1 0,-18 27-116,3 4 116,10-23 0,9-1 0,-2-9 0,13-13 0,5-7 605,-4-7-605,9-5 120,-3-42-120,4 5 0,0-45 0,6 5 0,1 6 0,6-11 0,0 13 0,0-7 0,0 0 0,1 0 0,-1 0 0,-6 0 0,4 7 0,-9 2 0,3 15 0,-1 11 0,2 5 0,4 20 0,0-4 0,0 10 0,0 0 0,0 0 0,-5 14 0,0 5 0,-5 20 0,0-9 0,-6 24 0,-7-15 0,-14 33 0,-1-11 0,-13 29-811,-1-17 811,16-22 0,-2 0 0,-3-12 0,-3-1 0,-12 14 0,-6-1-492,-17 0 0,-4-6 150,9-8 1,-4-2 13,6-6 0,-5-1 0,2-6-114,-9-7 1,2-3 441,-1 5 0,0-2-455,0-9 1,3-3 454,-27 4 157,0-7-157,14 0 983,31 0-542,2-17 542,26 4-21,1-22 21,12 12-846,5-10 471,1 5-608,5-7 0,0 6 0,0-4 0,5 10 0,5-4 0,13 5 0,5 0 0,7-1 0,-1 0 0,1 5 0,-7 1 0,5 6 0,-15 5 0,3 1 0,-11 5 0,-58 0 0,-7 0 0,-6 0 0,-8 0-492,-1 0 0,-1 0 248,2 0 1,-3 0-249,-18 0 0,-1 0 0,6 0 0,3 0 309,7 0 1,1 0-310,-16 0 0,4 0 384,29-4 1,1 1 107,-13 2 0,0 0-285,11-3 1,3 1 284,-41 3 983,19 0-831,18 0 831,24-5 0,13 4 0,11-8-272,7 3 41,4-4-752,0 0 25,0-5-25,15-2 0,18-7 0,27 5 0,16-7 0,17-3-492,-42 14 0,3-2 0,33-8 0,2 0 483,-24 11 0,0 1 9,18-5 0,-1 2-363,-25 7 1,-3 2 362,44-7 0,-2-1 0,-27 7 0,-26 2 0,-21 6 0,-27 0 983,-32 7-58,-25 13-925,13-6 0,-5 4-492,-12 8 0,-8 4 164,0-4 0,-7 0 0,-3 1 0,-4 0 0,-2 0 0,-5 2 82,7 0 0,-5 3 0,0 0 0,5-3-82,-7 1 0,5-2 0,0 0 0,-2 4 0,1 1 0,8-4-164,3-3 0,5-1 0,-4 4 0,3-2 0,16-9 0,1-1 316,-1 6 1,2-1 1158,-29 1-133,35-5 133,23-11 0,34-13 0,23-8 0,24-11 0,41-11-1143,-37 20 0,8 0 160,12-5 0,10-3 0,4 2-246,-15 7 0,2 1 0,3 0 0,3-1 49,0-1 0,4-1 1,3 0-1,-1 0 0,-2 1-49,11 0 0,-3 2 0,2-1 0,3 0 82,-20 3 0,2 0 0,2-1 0,1 1 0,-1-1 0,-2 1-33,10-1 0,-2 1 1,0-1-1,1 1 0,3-1 33,-3 0 0,4-1 0,1 0 0,0 0 0,-2 1 0,-5 0-33,-2 2 0,-2 0 1,-3 1-1,-2 0 0,0-1-49,12-3 0,-2 0 0,-2 0 0,-6 3-82,1 3 0,-5 2 0,-2-1-164,23-10 0,-3 0 239,3 6 1,-5 2 743,-19-1 1,-9 2 491,15 1 0,-36 7 0,-50 0 0,-34 6 0,-39 9-492,14 0 1,-10 3-165,3 1 1,-7 1 0,-2 1-1,-7-1 1,-3 0 0,-6 3-525,19-4 0,-6 1 1,-2 2-1,2-1 0,3-1-49,1 0 0,3-1 0,0 0 0,-5 2 49,-2 0 0,-5 3 1,-1 0-1,0 1 0,4-1-49,-7 2 0,2 0 0,2-1 0,1 0 0,7-2 0,1-1 0,0 0 0,-2 2 0,-12 3 0,-4 1 0,2 0 0,7-2-82,2-1 0,5-1 0,1 0 0,3 0 0,0 0 0,1-1 146,1-1 1,0-1 0,9 0 181,13-2 0,3 0 491,-10-2 1,2 0 491,-11 9 0,31-15 0,17-4 0,25-3 0,24-4 0,26-6 0,22-8-492,-13-2 1,10-2-315,0 5 0,9 0 1,-1-1-178,-5-1 0,1-1 0,5 1 0,4 2 0,9 2 0,-1 0 0,-8 1 0,-6-1 0,-7 1 0,5 1 0,2 0 0,6 1 0,-1 0 0,-9 1-492,16-2 0,-3 0 164,-3 3 0,5-1 0,-8 1 193,-7-3 1,-4 1-169,12 2 1,-4 2 302,-23-1 0,-7 2 0,19 3 0,-31 0 983,-17 0 0,-20 0 0,-50 17 0,-14 1-656,-1 2 1,-15 5 0,-1 0-656,2-3 0,-2-1 0,-8 2 131,10-3 0,-7 1 1,-3 0-1,-2 1 0,1 0 0,-4 0 0,0 1 1,-2-1-1,1 1 0,2-2 0,3-2 0,1-1 1,0-1-1,1 1 0,2-1-49,-16 5 0,2 0 0,2-1 0,6-2-82,1-2 0,5-1 0,1 0 0,-1 0 0,0 1 0,2-1 0,7-3 0,2 0 0,0 1 0,-1 2 0,0 0 0,4-1-164,-16-1 0,9-1 0,25-2 0,6-1 1475,-14-2 0,32-2 0,18-11 0,36-13 0,22-18-492,-4 15 1,9-3-165,10-5 1,8-3 0,2 1-1,5 3 1,3 0 0,0 0-162,6-3 0,2-2 1,2 2-413,-13 7 0,3 0 0,-2 1 0,-5 2-246,22-8 0,0 2 291,-2 0 0,5-1 1,-10 3-292,-14 5 0,-4 1 401,27-11 0,-4 1 91,-41 16 0,-3 1-57,10-4 1,-3 1 56,15-5 983,-21 7 0,-28 7 0,-33 1 0,-28 5 0,-29 6-492,20 1 1,-7 2-820,-19 6 0,-11 4 0,-1 0 0,0-2 0,-1 1 0,-4 1 268,9 0 0,-4 0 0,1 1 0,2-2 60,-11 3 0,3-1 0,2 0-328,1 0 0,2 0 0,6-1-164,-4 4 0,0-1 164,8-6 0,-5 0 0,8-1-146,9 1 1,3-1 233,-10-2 1,2 0 239,-26 8 983,35-8 0,17-6 0,26-6 0,7-12 0,34-13 0,11-8 0,25-2 0,-2 3 0,23-4-788,-32 9-195,13 0 0,4-1-984,6-4 955,-3 4 1,4-1 28,-24 9 0,0 1 0,16-2 0,3-1 0,-5-1 0,3-2-328,2 3 0,5-2 0,-1 1-164,20-7 0,3 0 246,-11 3 1,4-2-1,-6 4 246,4 0 0,-2 3 0,-15 6 0,3-1 0,-8 2-479,-5-2 1,-2 1 478,21 2 0,-2 0 0,13-14-84,6 11 84,-35 2 840,-18 8-840,-20 6 983,-21 0 0,-28 12 0,-19 3-94,-28 12-889,18-9 0,-5 2-492,-4 0 0,-4 1 231,-6 0 1,-2 1 260,-15 5 0,3-3 0,26-10 0,2-1 0,-19 7 0,3 0-404,22-8 0,3-1 404,-1 0 0,1 1 0,-33 15 0,19-13 0,15 5 0,16-13 983,8-1-422,24-14 317,33-10-878,5 1 0,35-12 0,-25 11 0,11-1 0,9-5 0,4 4 0,-9 6 0,4-1-849,30-6 849,-32 6 0,0 2 0,31-2 0,-7-4-30,-1 6 30,-25 6 0,-17 2 0,-21 6 0,-7 0 0,-57 0 0,-3 6 0,-3 1 0,-6 1-492,4 2 0,-5 3 209,-17 5 1,-10 2 0,-1 0-46,0-2 0,-2 0 0,-7 1 131,15-2 0,-6 1 1,-2 2-1,0-1 0,5-1-49,0-1 0,3-1 0,1 0 0,-1 1 0,-2 1 0,-1 1 0,2 0 0,7-1-246,-22 5 0,6-1 0,-11 0 0,3 0 388,22-1 0,2-2 104,-6-4 0,2-2-63,14 3 0,6-2 63,-16 0 983,15-2-228,41-6 228,16-11 0,22-2 0,26-17 0,-11 16 0,24-15 0,-10 14 0,14-10-654,-7 6-329,-3 0 0,-13 6 0,-8-3 0,-7 9 0,-7-4 0,-5 5 0,-10 0 0,-33 0 0,-7 11 0,-25 3 0,-6 6 0,19-3 0,-33 3 0,25-6 0,-17 2 0,-5-1-984,-16 1 973,8-3 1,1 0 10,2 1 0,26-7 0,0 1 0,-15 5 0,-13 1 0,25-7 0,7-1 0,10-1 0,6-4 0,7 4 983,0-5-961,12 0-22,1 0 0,5 0 0,5-15 0,0 2 0,16-21 0,6 16 0,27-16 0,8 6 0,22-6 0,2 1 0,-8 6 0,13-1-587,6-7 587,1 5 0,0 0 0,-16 10 0,-28 8 0,5 0 0,-26 6 0,-2 0 0,-11 6 0,-46 11 587,20 1-587,-44 6 0,25 4 0,-1-4 0,-5 5 0,6-5 0,-14 11 0,17-14 0,-15 8 0,18-11 0,1-1 0,0 0 0,12-1 0,-4-4 0,9 2 0,-9-2 0,3 0 0,-24 4 0,2 3 0,-25 1 0,13 10 0,-13-10 0,19 9 0,-10-10 0,24 4 0,-3-6 0,18-5 0,1-1 0,10-1 0,54-9 0,-7 2 0,48-16 0,-31 10 0,31-16-984,2 14 853,-30 0 1,2-1 130,-5 4 0,-2 1 0,40-2 0,-47 2 0,-1 1 0,38 4-266,1-4 266,-13 6 0,-31 0 0,-10 0 0,-18 0 0,-5 4 983,-40 24-739,6-12 40,-38 30-284,-16-8 0,35-13 0,-2 2-492,-17 5 0,-2-1 412,8-4 1,0 1 79,-11 3 0,-1 0 0,7-7 0,1 0 0,3 2 0,2 0 0,3-3 0,2-2 0,-28 14 0,9-2 0,9-8 0,24-7 0,8-2 0,30-15 0,14-3 983,41-17-823,10-8-160,25-4-492,-45 14 0,0-1 439,3 3 1,2 0 52,4 0 0,-1 0 0,-8 3 0,2 1 0,22-5 0,-2 1 0,9-1 0,3-1 0,-4 2 0,-21 5 0,-1 2 0,-2 1 0,-9 1 0,5 5 0,-9-5 0,-17 6 0,-4 0 983,-10 0-877,-38 15-106,14-7 0,-45 25 0,14-12 0,-1 4 0,-34 1 0,31-12 0,-3-3 0,-3 0-984,-28 9 967,18-11 0,-3 0-475,4 2 0,-2 0 115,-12 1 1,-4 1 376,0 0 0,1 0 0,16 0 0,-4 0 0,-16 0 0,-9 0 0,10-1-492,21-3 0,-2-1 246,-11 2 0,-14 0 0,0 2 0,14-2-133,10 2 0,3 1 379,-13-1 0,-8 1 0,11 0-684,-22 9 684,24-6 0,1-1 0,-10 1 0,-8 5 749,30-9-749,23-5 983,13-2-490,62-22 490,-16 8-492,23-7 1,7 0 491,19-6-1361,-19 7 0,6-1 378,19-1 0,4 1-492,0-2 0,5 1 164,-12 4 0,6 0 0,-1 0 79,-3 0 0,0 0 0,-1 1 249,-4 2 0,-1 0 0,5 0-246,2 0 0,7-1 0,-1 0 0,-7 2-246,18-2 0,-1 1 249,-18 2 1,8-1 0,0 1-1,-6 1 243,-6 3 0,-6 1 0,3 0 0,11-2 0,1-1 0,1 0-328,-1 2 0,1 1 0,-6-1 1,12-1 0,-4 0 251,12 0 1,-3 1 75,-27 4 0,-2 0 491,6 0 1,-2 0-265,-14 0 0,-3 0 756,23 0 0,-25 0 0,-14 0 0,-14 5 0,-12 0 0,-5 5 0,-5 0-112,-5-1-871,-11 2 0,-22 6 0,-22-2 0,-16 4 0,-17-5-984,-3 1 904,41-8 1,-3 1 79,-10 0 0,-2 0 0,0-3 0,-2-1 0,-14 0 0,1 0 0,24-4 0,-1 0-492,-26 0 0,0 0 222,25 0 1,0 0 269,-17 0 0,-2 0 0,3 0 0,1 0 0,7 0 0,0 0 0,-11 0 0,4 0 0,24 0 0,3 0-206,-10-3 0,4-1 206,-14-4 0,-14-6 0,25 6 983,17-2-937,16 4 937,10 0-391,7-4-118,5 5-474,10-10 0,6 3 0,18-4 0,1 5 0,33-8 0,-1 4 0,0-4 0,35-3-984,-12 7 883,-19-1 1,5 1-392,-3 6 0,2 0 232,10-3 0,0 0 260,2-1 0,-1 1 0,2 2 0,-3 1 0,-14 0 0,-1 0 0,7 1 0,-2 2 0,-14 5 0,-2 0-335,10-6 1,-1 0 334,-9 3 0,-4 0 0,28-4 0,-20 1 983,-23 7-915,-13 0 915,-26 0-429,-18 6 216,-36 1-770,-20 14 0,-8-6-492,31 0 0,-2-1 279,0-5 1,-4-1-280,-31 9 0,-3-1 0,21-6 0,-3-1 164,-12 1 0,-8 0 0,9-1-164,13 0 0,2-1 244,7-2 1,-3 0-1,0 0-244,-34 2 0,9 1 388,40-1 0,0-1 104,-41 2 0,-3 0 0,29-1 0,5-1 0,14 1 0,0-1 407,-18 1 0,4 0-407,3 4 983,-5 2-285,15-2 285,21-1 0,9-5 0,11-2 0,60-31-363,-18 15-620,19-12 0,5-1 0,15 3 0,-22 4 0,4-1-492,8-1 0,4 1 288,10 2 1,5-1-125,-11 1 0,3-2 0,2 1 0,2 1 0,1 1 0,3-1 0,9-2 0,3-2 0,0 0 0,0 1 0,0-1 0,1 1 82,-16 4 0,1-1 0,-1 1 0,-3 2-82,5-1 0,-4 1 0,3 0 0,20-3 0,3-1 0,-10 4-164,-18 4 0,-1 1 221,3-2 1,7-3-1,-9 3 271,-9 1 0,-4 2 491,8-2 1,-3 2 225,27 1 266,-46 7 0,-5 0 0,-51 5 0,-15 14 0,-51 11-83,-11 12-733,37-23 0,-4 0-167,-18 9 0,-3 0 0,3-6 0,-2 0 0,7-1 0,-5 0 0,0 1-328,-1 0 0,0 0 0,1-1 0,6-2 0,2-1 0,-3 1 277,-12 6 0,-2 1 0,7-2 51,6-2 0,-2 0 0,-14 5 0,-9 4 0,13-4 0,26-8 0,3-2-241,-13 5 1,-8 1 0,12-4 240,-11 2 0,-14-1 0,31-7 983,13-6-383,19-2 383,10-10 0,3-5 0,18-7-214,17-12-769,11 4 0,21-7 0,1 0 0,15 3 0,-6-3 0,-1 5 0,-3 1 0,-6 0 0,1 1 0,-9 5 0,-9 8 0,-12 2 0,-7 9 0,-7-9 0,-6 9 0,1-3 0,-42 4 0,5 5 0,-53 9 0,11 1 0,0 4 0,-11 1 0,19-5 0,12-1 0,-2 0 0,-30 1 0,0 6 0,2-8 0,33-1 0,-13 1 0,18-1 0,12-1 0,7 0 0,7-1 0,10 0 0,20-5 0,19-12 0,15-2 0,15-16 0,12 4 0,2-7-492,-18 12 0,2 1 354,-7 0 1,0 0 137,-1 2 0,1 2-189,1-1 1,-2 2 188,24-4 0,-1 6 0,-18 1 0,-24 7 0,-13 0 983,-7 0-731,-14 5 149,-27 13-401,-17 16 0,-34 16 0,34-24 0,-2 0-229,-5 4 0,0-1 229,-30 9 0,33-13 0,2-1 0,-24 4 0,0-1 0,11-8 0,17-12 0,12-2 0,7-5 0,11-4 458,7-2-458,4-9 0,0 4 0,15-5 0,4 0 0,22-2 0,-10 0 0,8 0 0,-10 7 0,0 5 0,-7 1 0,-7 5 0,-6 0 0,1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1:48.373"/>
    </inkml:context>
    <inkml:brush xml:id="br0">
      <inkml:brushProperty name="width" value="0.35" units="cm"/>
      <inkml:brushProperty name="height" value="0.35" units="cm"/>
      <inkml:brushProperty name="color" value="#F6EFDC"/>
    </inkml:brush>
  </inkml:definitions>
  <inkml:trace contextRef="#ctx0" brushRef="#br0">1 0 24575,'0'0'0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9:51:48.391"/>
    </inkml:context>
    <inkml:brush xml:id="br0">
      <inkml:brushProperty name="width" value="0.35" units="cm"/>
      <inkml:brushProperty name="height" value="0.35" units="cm"/>
      <inkml:brushProperty name="color" value="#F6EFDC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B2290-3171-3B48-95C8-FFB5B795B52C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EB28F-D35B-7447-8210-C80864ADCC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5540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e710ee6ade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e710ee6ade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e710ee6ade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e710ee6ade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e710ee6ade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e710ee6ade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6966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e710ee6ade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e710ee6ade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3299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e710ee6ade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e710ee6ade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6873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e710ee6ade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e710ee6ade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7814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e811cd5716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e811cd5716_0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974166" y="5964300"/>
            <a:ext cx="5487983" cy="1025859"/>
          </a:xfrm>
          <a:custGeom>
            <a:avLst/>
            <a:gdLst/>
            <a:ahLst/>
            <a:cxnLst/>
            <a:rect l="l" t="t" r="r" b="b"/>
            <a:pathLst>
              <a:path w="85129" h="15913" extrusionOk="0">
                <a:moveTo>
                  <a:pt x="81192" y="11976"/>
                </a:moveTo>
                <a:cubicBezTo>
                  <a:pt x="76022" y="6973"/>
                  <a:pt x="68016" y="4037"/>
                  <a:pt x="61511" y="7073"/>
                </a:cubicBezTo>
                <a:cubicBezTo>
                  <a:pt x="58643" y="8407"/>
                  <a:pt x="56207" y="10575"/>
                  <a:pt x="53005" y="11075"/>
                </a:cubicBezTo>
                <a:cubicBezTo>
                  <a:pt x="51437" y="11342"/>
                  <a:pt x="49803" y="11242"/>
                  <a:pt x="48202" y="10975"/>
                </a:cubicBezTo>
                <a:cubicBezTo>
                  <a:pt x="46434" y="10608"/>
                  <a:pt x="44666" y="10008"/>
                  <a:pt x="43031" y="9241"/>
                </a:cubicBezTo>
                <a:cubicBezTo>
                  <a:pt x="38795" y="7239"/>
                  <a:pt x="34992" y="4304"/>
                  <a:pt x="30689" y="2403"/>
                </a:cubicBezTo>
                <a:cubicBezTo>
                  <a:pt x="26353" y="568"/>
                  <a:pt x="21016" y="1"/>
                  <a:pt x="17180" y="2803"/>
                </a:cubicBezTo>
                <a:cubicBezTo>
                  <a:pt x="15745" y="3870"/>
                  <a:pt x="14611" y="5338"/>
                  <a:pt x="13143" y="6405"/>
                </a:cubicBezTo>
                <a:cubicBezTo>
                  <a:pt x="10942" y="8040"/>
                  <a:pt x="8140" y="8640"/>
                  <a:pt x="5671" y="9741"/>
                </a:cubicBezTo>
                <a:cubicBezTo>
                  <a:pt x="3336" y="10842"/>
                  <a:pt x="1335" y="13210"/>
                  <a:pt x="1" y="15912"/>
                </a:cubicBezTo>
                <a:lnTo>
                  <a:pt x="44032" y="15912"/>
                </a:lnTo>
                <a:lnTo>
                  <a:pt x="85128" y="15912"/>
                </a:lnTo>
                <a:cubicBezTo>
                  <a:pt x="83727" y="14678"/>
                  <a:pt x="82526" y="13244"/>
                  <a:pt x="81192" y="1197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>
            <a:off x="9287033" y="-208833"/>
            <a:ext cx="3271267" cy="2107333"/>
          </a:xfrm>
          <a:custGeom>
            <a:avLst/>
            <a:gdLst/>
            <a:ahLst/>
            <a:cxnLst/>
            <a:rect l="l" t="t" r="r" b="b"/>
            <a:pathLst>
              <a:path w="98138" h="63220" extrusionOk="0">
                <a:moveTo>
                  <a:pt x="2536" y="0"/>
                </a:moveTo>
                <a:cubicBezTo>
                  <a:pt x="768" y="2535"/>
                  <a:pt x="1" y="5704"/>
                  <a:pt x="535" y="8740"/>
                </a:cubicBezTo>
                <a:cubicBezTo>
                  <a:pt x="2036" y="17146"/>
                  <a:pt x="12410" y="20982"/>
                  <a:pt x="15879" y="28721"/>
                </a:cubicBezTo>
                <a:cubicBezTo>
                  <a:pt x="17914" y="33257"/>
                  <a:pt x="17280" y="38561"/>
                  <a:pt x="16513" y="43465"/>
                </a:cubicBezTo>
                <a:cubicBezTo>
                  <a:pt x="16079" y="46100"/>
                  <a:pt x="15612" y="48869"/>
                  <a:pt x="16446" y="51437"/>
                </a:cubicBezTo>
                <a:cubicBezTo>
                  <a:pt x="17046" y="53238"/>
                  <a:pt x="18181" y="54739"/>
                  <a:pt x="19448" y="56107"/>
                </a:cubicBezTo>
                <a:cubicBezTo>
                  <a:pt x="23932" y="60782"/>
                  <a:pt x="30436" y="63219"/>
                  <a:pt x="36910" y="63219"/>
                </a:cubicBezTo>
                <a:cubicBezTo>
                  <a:pt x="41754" y="63219"/>
                  <a:pt x="46583" y="61855"/>
                  <a:pt x="50537" y="59042"/>
                </a:cubicBezTo>
                <a:cubicBezTo>
                  <a:pt x="56375" y="54873"/>
                  <a:pt x="60044" y="48301"/>
                  <a:pt x="65548" y="43732"/>
                </a:cubicBezTo>
                <a:cubicBezTo>
                  <a:pt x="70526" y="39593"/>
                  <a:pt x="76988" y="37341"/>
                  <a:pt x="83454" y="37341"/>
                </a:cubicBezTo>
                <a:cubicBezTo>
                  <a:pt x="84180" y="37341"/>
                  <a:pt x="84905" y="37370"/>
                  <a:pt x="85629" y="37427"/>
                </a:cubicBezTo>
                <a:cubicBezTo>
                  <a:pt x="89591" y="37744"/>
                  <a:pt x="93614" y="38905"/>
                  <a:pt x="97525" y="38905"/>
                </a:cubicBezTo>
                <a:cubicBezTo>
                  <a:pt x="97730" y="38905"/>
                  <a:pt x="97934" y="38901"/>
                  <a:pt x="98138" y="38895"/>
                </a:cubicBezTo>
                <a:lnTo>
                  <a:pt x="981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>
            <a:off x="9115900" y="-719800"/>
            <a:ext cx="4100733" cy="2571867"/>
          </a:xfrm>
          <a:custGeom>
            <a:avLst/>
            <a:gdLst/>
            <a:ahLst/>
            <a:cxnLst/>
            <a:rect l="l" t="t" r="r" b="b"/>
            <a:pathLst>
              <a:path w="123022" h="77156" extrusionOk="0">
                <a:moveTo>
                  <a:pt x="5338" y="334"/>
                </a:moveTo>
                <a:cubicBezTo>
                  <a:pt x="0" y="9707"/>
                  <a:pt x="4504" y="20548"/>
                  <a:pt x="12242" y="26986"/>
                </a:cubicBezTo>
                <a:cubicBezTo>
                  <a:pt x="16345" y="30355"/>
                  <a:pt x="21582" y="31990"/>
                  <a:pt x="25519" y="35626"/>
                </a:cubicBezTo>
                <a:cubicBezTo>
                  <a:pt x="30622" y="40363"/>
                  <a:pt x="29121" y="47801"/>
                  <a:pt x="27754" y="53806"/>
                </a:cubicBezTo>
                <a:cubicBezTo>
                  <a:pt x="26586" y="58876"/>
                  <a:pt x="25585" y="64380"/>
                  <a:pt x="28521" y="69083"/>
                </a:cubicBezTo>
                <a:cubicBezTo>
                  <a:pt x="31089" y="73253"/>
                  <a:pt x="36526" y="75421"/>
                  <a:pt x="41130" y="76088"/>
                </a:cubicBezTo>
                <a:cubicBezTo>
                  <a:pt x="46600" y="76889"/>
                  <a:pt x="51537" y="74254"/>
                  <a:pt x="55907" y="71351"/>
                </a:cubicBezTo>
                <a:cubicBezTo>
                  <a:pt x="60977" y="67982"/>
                  <a:pt x="65614" y="63913"/>
                  <a:pt x="71451" y="61845"/>
                </a:cubicBezTo>
                <a:cubicBezTo>
                  <a:pt x="76121" y="60177"/>
                  <a:pt x="81225" y="60143"/>
                  <a:pt x="86095" y="60577"/>
                </a:cubicBezTo>
                <a:cubicBezTo>
                  <a:pt x="91466" y="61077"/>
                  <a:pt x="97103" y="62145"/>
                  <a:pt x="102007" y="64413"/>
                </a:cubicBezTo>
                <a:cubicBezTo>
                  <a:pt x="109412" y="67849"/>
                  <a:pt x="114315" y="75221"/>
                  <a:pt x="122488" y="77056"/>
                </a:cubicBezTo>
                <a:cubicBezTo>
                  <a:pt x="122855" y="77156"/>
                  <a:pt x="123022" y="76555"/>
                  <a:pt x="122655" y="76488"/>
                </a:cubicBezTo>
                <a:cubicBezTo>
                  <a:pt x="117184" y="75254"/>
                  <a:pt x="113014" y="71418"/>
                  <a:pt x="108745" y="68082"/>
                </a:cubicBezTo>
                <a:cubicBezTo>
                  <a:pt x="104342" y="64680"/>
                  <a:pt x="99772" y="62545"/>
                  <a:pt x="94334" y="61344"/>
                </a:cubicBezTo>
                <a:cubicBezTo>
                  <a:pt x="88497" y="60043"/>
                  <a:pt x="82393" y="59343"/>
                  <a:pt x="76422" y="60077"/>
                </a:cubicBezTo>
                <a:cubicBezTo>
                  <a:pt x="70751" y="60811"/>
                  <a:pt x="65947" y="63546"/>
                  <a:pt x="61378" y="66748"/>
                </a:cubicBezTo>
                <a:cubicBezTo>
                  <a:pt x="56441" y="70217"/>
                  <a:pt x="51571" y="74354"/>
                  <a:pt x="45466" y="75488"/>
                </a:cubicBezTo>
                <a:cubicBezTo>
                  <a:pt x="39295" y="76655"/>
                  <a:pt x="31423" y="73320"/>
                  <a:pt x="28421" y="67716"/>
                </a:cubicBezTo>
                <a:cubicBezTo>
                  <a:pt x="25252" y="61811"/>
                  <a:pt x="28621" y="54239"/>
                  <a:pt x="29521" y="48168"/>
                </a:cubicBezTo>
                <a:cubicBezTo>
                  <a:pt x="30189" y="43398"/>
                  <a:pt x="29388" y="38695"/>
                  <a:pt x="25919" y="35192"/>
                </a:cubicBezTo>
                <a:cubicBezTo>
                  <a:pt x="23717" y="32991"/>
                  <a:pt x="20749" y="31556"/>
                  <a:pt x="18047" y="30122"/>
                </a:cubicBezTo>
                <a:cubicBezTo>
                  <a:pt x="14778" y="28321"/>
                  <a:pt x="11842" y="26152"/>
                  <a:pt x="9340" y="23384"/>
                </a:cubicBezTo>
                <a:cubicBezTo>
                  <a:pt x="3736" y="17313"/>
                  <a:pt x="1602" y="8106"/>
                  <a:pt x="5871" y="701"/>
                </a:cubicBezTo>
                <a:cubicBezTo>
                  <a:pt x="6071" y="301"/>
                  <a:pt x="5538" y="0"/>
                  <a:pt x="5338" y="3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 rot="3995726">
            <a:off x="-174163" y="4873488"/>
            <a:ext cx="2932680" cy="2650033"/>
          </a:xfrm>
          <a:custGeom>
            <a:avLst/>
            <a:gdLst/>
            <a:ahLst/>
            <a:cxnLst/>
            <a:rect l="l" t="t" r="r" b="b"/>
            <a:pathLst>
              <a:path w="69217" h="62546" extrusionOk="0">
                <a:moveTo>
                  <a:pt x="68549" y="368"/>
                </a:moveTo>
                <a:cubicBezTo>
                  <a:pt x="68015" y="5004"/>
                  <a:pt x="65680" y="9007"/>
                  <a:pt x="62211" y="12043"/>
                </a:cubicBezTo>
                <a:cubicBezTo>
                  <a:pt x="58542" y="15312"/>
                  <a:pt x="54005" y="16446"/>
                  <a:pt x="49202" y="16313"/>
                </a:cubicBezTo>
                <a:cubicBezTo>
                  <a:pt x="44932" y="16179"/>
                  <a:pt x="41163" y="16413"/>
                  <a:pt x="38327" y="19948"/>
                </a:cubicBezTo>
                <a:cubicBezTo>
                  <a:pt x="35592" y="23284"/>
                  <a:pt x="35559" y="27821"/>
                  <a:pt x="35259" y="31857"/>
                </a:cubicBezTo>
                <a:cubicBezTo>
                  <a:pt x="34825" y="37328"/>
                  <a:pt x="32824" y="41564"/>
                  <a:pt x="27553" y="43766"/>
                </a:cubicBezTo>
                <a:cubicBezTo>
                  <a:pt x="23550" y="45433"/>
                  <a:pt x="19080" y="45433"/>
                  <a:pt x="14844" y="45667"/>
                </a:cubicBezTo>
                <a:cubicBezTo>
                  <a:pt x="11141" y="45867"/>
                  <a:pt x="7305" y="46501"/>
                  <a:pt x="4470" y="49136"/>
                </a:cubicBezTo>
                <a:cubicBezTo>
                  <a:pt x="1201" y="52172"/>
                  <a:pt x="467" y="57942"/>
                  <a:pt x="33" y="62145"/>
                </a:cubicBezTo>
                <a:cubicBezTo>
                  <a:pt x="0" y="62546"/>
                  <a:pt x="634" y="62546"/>
                  <a:pt x="667" y="62145"/>
                </a:cubicBezTo>
                <a:cubicBezTo>
                  <a:pt x="1234" y="56541"/>
                  <a:pt x="2469" y="49803"/>
                  <a:pt x="8239" y="47468"/>
                </a:cubicBezTo>
                <a:cubicBezTo>
                  <a:pt x="12342" y="45800"/>
                  <a:pt x="17079" y="46367"/>
                  <a:pt x="21382" y="45867"/>
                </a:cubicBezTo>
                <a:cubicBezTo>
                  <a:pt x="24751" y="45500"/>
                  <a:pt x="28520" y="44633"/>
                  <a:pt x="31222" y="42398"/>
                </a:cubicBezTo>
                <a:cubicBezTo>
                  <a:pt x="34525" y="39696"/>
                  <a:pt x="35492" y="35993"/>
                  <a:pt x="35859" y="31857"/>
                </a:cubicBezTo>
                <a:cubicBezTo>
                  <a:pt x="36326" y="26720"/>
                  <a:pt x="36493" y="21016"/>
                  <a:pt x="41396" y="17980"/>
                </a:cubicBezTo>
                <a:cubicBezTo>
                  <a:pt x="43698" y="16613"/>
                  <a:pt x="46667" y="16813"/>
                  <a:pt x="49202" y="16880"/>
                </a:cubicBezTo>
                <a:cubicBezTo>
                  <a:pt x="51337" y="16946"/>
                  <a:pt x="53372" y="16846"/>
                  <a:pt x="55440" y="16313"/>
                </a:cubicBezTo>
                <a:cubicBezTo>
                  <a:pt x="62745" y="14478"/>
                  <a:pt x="68349" y="7706"/>
                  <a:pt x="69183" y="334"/>
                </a:cubicBezTo>
                <a:cubicBezTo>
                  <a:pt x="69216" y="1"/>
                  <a:pt x="68582" y="1"/>
                  <a:pt x="68549" y="36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 rot="-644234">
            <a:off x="8117719" y="4830355"/>
            <a:ext cx="4693880" cy="2399144"/>
          </a:xfrm>
          <a:custGeom>
            <a:avLst/>
            <a:gdLst/>
            <a:ahLst/>
            <a:cxnLst/>
            <a:rect l="l" t="t" r="r" b="b"/>
            <a:pathLst>
              <a:path w="48102" h="24585" extrusionOk="0">
                <a:moveTo>
                  <a:pt x="46834" y="4870"/>
                </a:moveTo>
                <a:cubicBezTo>
                  <a:pt x="45533" y="1835"/>
                  <a:pt x="41997" y="0"/>
                  <a:pt x="38762" y="601"/>
                </a:cubicBezTo>
                <a:cubicBezTo>
                  <a:pt x="35626" y="1168"/>
                  <a:pt x="33358" y="3536"/>
                  <a:pt x="31023" y="5838"/>
                </a:cubicBezTo>
                <a:cubicBezTo>
                  <a:pt x="29121" y="7706"/>
                  <a:pt x="27153" y="9540"/>
                  <a:pt x="24652" y="10308"/>
                </a:cubicBezTo>
                <a:cubicBezTo>
                  <a:pt x="19314" y="11875"/>
                  <a:pt x="13544" y="7939"/>
                  <a:pt x="8173" y="9273"/>
                </a:cubicBezTo>
                <a:cubicBezTo>
                  <a:pt x="4671" y="10141"/>
                  <a:pt x="2202" y="13043"/>
                  <a:pt x="968" y="16512"/>
                </a:cubicBezTo>
                <a:cubicBezTo>
                  <a:pt x="368" y="18146"/>
                  <a:pt x="34" y="19881"/>
                  <a:pt x="1" y="21582"/>
                </a:cubicBezTo>
                <a:cubicBezTo>
                  <a:pt x="1" y="22583"/>
                  <a:pt x="34" y="23584"/>
                  <a:pt x="268" y="24584"/>
                </a:cubicBezTo>
                <a:lnTo>
                  <a:pt x="7439" y="24584"/>
                </a:lnTo>
                <a:lnTo>
                  <a:pt x="37194" y="24584"/>
                </a:lnTo>
                <a:cubicBezTo>
                  <a:pt x="37928" y="23384"/>
                  <a:pt x="38795" y="22216"/>
                  <a:pt x="39696" y="21149"/>
                </a:cubicBezTo>
                <a:cubicBezTo>
                  <a:pt x="41764" y="18747"/>
                  <a:pt x="44032" y="16545"/>
                  <a:pt x="45667" y="13843"/>
                </a:cubicBezTo>
                <a:cubicBezTo>
                  <a:pt x="47268" y="11175"/>
                  <a:pt x="48102" y="7772"/>
                  <a:pt x="46834" y="487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>
            <a:off x="-1064333" y="-984699"/>
            <a:ext cx="4100724" cy="2963772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2"/>
          <p:cNvSpPr/>
          <p:nvPr/>
        </p:nvSpPr>
        <p:spPr>
          <a:xfrm rot="430479">
            <a:off x="65221" y="-297146"/>
            <a:ext cx="2874479" cy="2597441"/>
          </a:xfrm>
          <a:custGeom>
            <a:avLst/>
            <a:gdLst/>
            <a:ahLst/>
            <a:cxnLst/>
            <a:rect l="l" t="t" r="r" b="b"/>
            <a:pathLst>
              <a:path w="69217" h="62546" extrusionOk="0">
                <a:moveTo>
                  <a:pt x="68549" y="368"/>
                </a:moveTo>
                <a:cubicBezTo>
                  <a:pt x="68015" y="5004"/>
                  <a:pt x="65680" y="9007"/>
                  <a:pt x="62211" y="12043"/>
                </a:cubicBezTo>
                <a:cubicBezTo>
                  <a:pt x="58542" y="15312"/>
                  <a:pt x="54005" y="16446"/>
                  <a:pt x="49202" y="16313"/>
                </a:cubicBezTo>
                <a:cubicBezTo>
                  <a:pt x="44932" y="16179"/>
                  <a:pt x="41163" y="16413"/>
                  <a:pt x="38327" y="19948"/>
                </a:cubicBezTo>
                <a:cubicBezTo>
                  <a:pt x="35592" y="23284"/>
                  <a:pt x="35559" y="27821"/>
                  <a:pt x="35259" y="31857"/>
                </a:cubicBezTo>
                <a:cubicBezTo>
                  <a:pt x="34825" y="37328"/>
                  <a:pt x="32824" y="41564"/>
                  <a:pt x="27553" y="43766"/>
                </a:cubicBezTo>
                <a:cubicBezTo>
                  <a:pt x="23550" y="45433"/>
                  <a:pt x="19080" y="45433"/>
                  <a:pt x="14844" y="45667"/>
                </a:cubicBezTo>
                <a:cubicBezTo>
                  <a:pt x="11141" y="45867"/>
                  <a:pt x="7305" y="46501"/>
                  <a:pt x="4470" y="49136"/>
                </a:cubicBezTo>
                <a:cubicBezTo>
                  <a:pt x="1201" y="52172"/>
                  <a:pt x="467" y="57942"/>
                  <a:pt x="33" y="62145"/>
                </a:cubicBezTo>
                <a:cubicBezTo>
                  <a:pt x="0" y="62546"/>
                  <a:pt x="634" y="62546"/>
                  <a:pt x="667" y="62145"/>
                </a:cubicBezTo>
                <a:cubicBezTo>
                  <a:pt x="1234" y="56541"/>
                  <a:pt x="2469" y="49803"/>
                  <a:pt x="8239" y="47468"/>
                </a:cubicBezTo>
                <a:cubicBezTo>
                  <a:pt x="12342" y="45800"/>
                  <a:pt x="17079" y="46367"/>
                  <a:pt x="21382" y="45867"/>
                </a:cubicBezTo>
                <a:cubicBezTo>
                  <a:pt x="24751" y="45500"/>
                  <a:pt x="28520" y="44633"/>
                  <a:pt x="31222" y="42398"/>
                </a:cubicBezTo>
                <a:cubicBezTo>
                  <a:pt x="34525" y="39696"/>
                  <a:pt x="35492" y="35993"/>
                  <a:pt x="35859" y="31857"/>
                </a:cubicBezTo>
                <a:cubicBezTo>
                  <a:pt x="36326" y="26720"/>
                  <a:pt x="36493" y="21016"/>
                  <a:pt x="41396" y="17980"/>
                </a:cubicBezTo>
                <a:cubicBezTo>
                  <a:pt x="43698" y="16613"/>
                  <a:pt x="46667" y="16813"/>
                  <a:pt x="49202" y="16880"/>
                </a:cubicBezTo>
                <a:cubicBezTo>
                  <a:pt x="51337" y="16946"/>
                  <a:pt x="53372" y="16846"/>
                  <a:pt x="55440" y="16313"/>
                </a:cubicBezTo>
                <a:cubicBezTo>
                  <a:pt x="62745" y="14478"/>
                  <a:pt x="68349" y="7706"/>
                  <a:pt x="69183" y="334"/>
                </a:cubicBezTo>
                <a:cubicBezTo>
                  <a:pt x="69216" y="1"/>
                  <a:pt x="68582" y="1"/>
                  <a:pt x="68549" y="3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" name="Google Shape;16;p2"/>
          <p:cNvSpPr/>
          <p:nvPr/>
        </p:nvSpPr>
        <p:spPr>
          <a:xfrm>
            <a:off x="9465201" y="4154534"/>
            <a:ext cx="3053500" cy="2941935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2129333" y="1825400"/>
            <a:ext cx="6821200" cy="255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 sz="6667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2350533" y="4810133"/>
            <a:ext cx="4750800" cy="39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893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 flipH="1">
            <a:off x="-3118933" y="-270447"/>
            <a:ext cx="4905264" cy="3159947"/>
          </a:xfrm>
          <a:custGeom>
            <a:avLst/>
            <a:gdLst/>
            <a:ahLst/>
            <a:cxnLst/>
            <a:rect l="l" t="t" r="r" b="b"/>
            <a:pathLst>
              <a:path w="98138" h="63220" extrusionOk="0">
                <a:moveTo>
                  <a:pt x="2536" y="0"/>
                </a:moveTo>
                <a:cubicBezTo>
                  <a:pt x="768" y="2535"/>
                  <a:pt x="1" y="5704"/>
                  <a:pt x="535" y="8740"/>
                </a:cubicBezTo>
                <a:cubicBezTo>
                  <a:pt x="2036" y="17146"/>
                  <a:pt x="12410" y="20982"/>
                  <a:pt x="15879" y="28721"/>
                </a:cubicBezTo>
                <a:cubicBezTo>
                  <a:pt x="17914" y="33257"/>
                  <a:pt x="17280" y="38561"/>
                  <a:pt x="16513" y="43465"/>
                </a:cubicBezTo>
                <a:cubicBezTo>
                  <a:pt x="16079" y="46100"/>
                  <a:pt x="15612" y="48869"/>
                  <a:pt x="16446" y="51437"/>
                </a:cubicBezTo>
                <a:cubicBezTo>
                  <a:pt x="17046" y="53238"/>
                  <a:pt x="18181" y="54739"/>
                  <a:pt x="19448" y="56107"/>
                </a:cubicBezTo>
                <a:cubicBezTo>
                  <a:pt x="23932" y="60782"/>
                  <a:pt x="30436" y="63219"/>
                  <a:pt x="36910" y="63219"/>
                </a:cubicBezTo>
                <a:cubicBezTo>
                  <a:pt x="41754" y="63219"/>
                  <a:pt x="46583" y="61855"/>
                  <a:pt x="50537" y="59042"/>
                </a:cubicBezTo>
                <a:cubicBezTo>
                  <a:pt x="56375" y="54873"/>
                  <a:pt x="60044" y="48301"/>
                  <a:pt x="65548" y="43732"/>
                </a:cubicBezTo>
                <a:cubicBezTo>
                  <a:pt x="70526" y="39593"/>
                  <a:pt x="76988" y="37341"/>
                  <a:pt x="83454" y="37341"/>
                </a:cubicBezTo>
                <a:cubicBezTo>
                  <a:pt x="84180" y="37341"/>
                  <a:pt x="84905" y="37370"/>
                  <a:pt x="85629" y="37427"/>
                </a:cubicBezTo>
                <a:cubicBezTo>
                  <a:pt x="89591" y="37744"/>
                  <a:pt x="93614" y="38905"/>
                  <a:pt x="97525" y="38905"/>
                </a:cubicBezTo>
                <a:cubicBezTo>
                  <a:pt x="97730" y="38905"/>
                  <a:pt x="97934" y="38901"/>
                  <a:pt x="98138" y="38895"/>
                </a:cubicBezTo>
                <a:lnTo>
                  <a:pt x="981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3"/>
          <p:cNvSpPr/>
          <p:nvPr/>
        </p:nvSpPr>
        <p:spPr>
          <a:xfrm>
            <a:off x="9702868" y="3469267"/>
            <a:ext cx="3911289" cy="3846319"/>
          </a:xfrm>
          <a:custGeom>
            <a:avLst/>
            <a:gdLst/>
            <a:ahLst/>
            <a:cxnLst/>
            <a:rect l="l" t="t" r="r" b="b"/>
            <a:pathLst>
              <a:path w="28054" h="27588" extrusionOk="0">
                <a:moveTo>
                  <a:pt x="20915" y="1969"/>
                </a:moveTo>
                <a:cubicBezTo>
                  <a:pt x="20548" y="1635"/>
                  <a:pt x="20114" y="1302"/>
                  <a:pt x="19647" y="1035"/>
                </a:cubicBezTo>
                <a:cubicBezTo>
                  <a:pt x="17779" y="1"/>
                  <a:pt x="15244" y="168"/>
                  <a:pt x="13576" y="1535"/>
                </a:cubicBezTo>
                <a:cubicBezTo>
                  <a:pt x="11608" y="3070"/>
                  <a:pt x="10608" y="5805"/>
                  <a:pt x="9707" y="8040"/>
                </a:cubicBezTo>
                <a:cubicBezTo>
                  <a:pt x="9640" y="8173"/>
                  <a:pt x="9607" y="8240"/>
                  <a:pt x="9574" y="8374"/>
                </a:cubicBezTo>
                <a:cubicBezTo>
                  <a:pt x="8573" y="10809"/>
                  <a:pt x="7305" y="12043"/>
                  <a:pt x="4970" y="13411"/>
                </a:cubicBezTo>
                <a:cubicBezTo>
                  <a:pt x="4136" y="13911"/>
                  <a:pt x="3236" y="14411"/>
                  <a:pt x="2569" y="15145"/>
                </a:cubicBezTo>
                <a:cubicBezTo>
                  <a:pt x="0" y="17714"/>
                  <a:pt x="934" y="22417"/>
                  <a:pt x="3769" y="24685"/>
                </a:cubicBezTo>
                <a:cubicBezTo>
                  <a:pt x="7439" y="27587"/>
                  <a:pt x="12876" y="26853"/>
                  <a:pt x="17179" y="25019"/>
                </a:cubicBezTo>
                <a:cubicBezTo>
                  <a:pt x="17980" y="24685"/>
                  <a:pt x="18747" y="24318"/>
                  <a:pt x="19481" y="23885"/>
                </a:cubicBezTo>
                <a:cubicBezTo>
                  <a:pt x="21182" y="22917"/>
                  <a:pt x="22783" y="21750"/>
                  <a:pt x="23984" y="20215"/>
                </a:cubicBezTo>
                <a:cubicBezTo>
                  <a:pt x="28053" y="14978"/>
                  <a:pt x="25652" y="6072"/>
                  <a:pt x="20915" y="19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3"/>
          <p:cNvSpPr/>
          <p:nvPr/>
        </p:nvSpPr>
        <p:spPr>
          <a:xfrm>
            <a:off x="9544167" y="-1058500"/>
            <a:ext cx="4100733" cy="2571867"/>
          </a:xfrm>
          <a:custGeom>
            <a:avLst/>
            <a:gdLst/>
            <a:ahLst/>
            <a:cxnLst/>
            <a:rect l="l" t="t" r="r" b="b"/>
            <a:pathLst>
              <a:path w="123022" h="77156" extrusionOk="0">
                <a:moveTo>
                  <a:pt x="5338" y="334"/>
                </a:moveTo>
                <a:cubicBezTo>
                  <a:pt x="0" y="9707"/>
                  <a:pt x="4504" y="20548"/>
                  <a:pt x="12242" y="26986"/>
                </a:cubicBezTo>
                <a:cubicBezTo>
                  <a:pt x="16345" y="30355"/>
                  <a:pt x="21582" y="31990"/>
                  <a:pt x="25519" y="35626"/>
                </a:cubicBezTo>
                <a:cubicBezTo>
                  <a:pt x="30622" y="40363"/>
                  <a:pt x="29121" y="47801"/>
                  <a:pt x="27754" y="53806"/>
                </a:cubicBezTo>
                <a:cubicBezTo>
                  <a:pt x="26586" y="58876"/>
                  <a:pt x="25585" y="64380"/>
                  <a:pt x="28521" y="69083"/>
                </a:cubicBezTo>
                <a:cubicBezTo>
                  <a:pt x="31089" y="73253"/>
                  <a:pt x="36526" y="75421"/>
                  <a:pt x="41130" y="76088"/>
                </a:cubicBezTo>
                <a:cubicBezTo>
                  <a:pt x="46600" y="76889"/>
                  <a:pt x="51537" y="74254"/>
                  <a:pt x="55907" y="71351"/>
                </a:cubicBezTo>
                <a:cubicBezTo>
                  <a:pt x="60977" y="67982"/>
                  <a:pt x="65614" y="63913"/>
                  <a:pt x="71451" y="61845"/>
                </a:cubicBezTo>
                <a:cubicBezTo>
                  <a:pt x="76121" y="60177"/>
                  <a:pt x="81225" y="60143"/>
                  <a:pt x="86095" y="60577"/>
                </a:cubicBezTo>
                <a:cubicBezTo>
                  <a:pt x="91466" y="61077"/>
                  <a:pt x="97103" y="62145"/>
                  <a:pt x="102007" y="64413"/>
                </a:cubicBezTo>
                <a:cubicBezTo>
                  <a:pt x="109412" y="67849"/>
                  <a:pt x="114315" y="75221"/>
                  <a:pt x="122488" y="77056"/>
                </a:cubicBezTo>
                <a:cubicBezTo>
                  <a:pt x="122855" y="77156"/>
                  <a:pt x="123022" y="76555"/>
                  <a:pt x="122655" y="76488"/>
                </a:cubicBezTo>
                <a:cubicBezTo>
                  <a:pt x="117184" y="75254"/>
                  <a:pt x="113014" y="71418"/>
                  <a:pt x="108745" y="68082"/>
                </a:cubicBezTo>
                <a:cubicBezTo>
                  <a:pt x="104342" y="64680"/>
                  <a:pt x="99772" y="62545"/>
                  <a:pt x="94334" y="61344"/>
                </a:cubicBezTo>
                <a:cubicBezTo>
                  <a:pt x="88497" y="60043"/>
                  <a:pt x="82393" y="59343"/>
                  <a:pt x="76422" y="60077"/>
                </a:cubicBezTo>
                <a:cubicBezTo>
                  <a:pt x="70751" y="60811"/>
                  <a:pt x="65947" y="63546"/>
                  <a:pt x="61378" y="66748"/>
                </a:cubicBezTo>
                <a:cubicBezTo>
                  <a:pt x="56441" y="70217"/>
                  <a:pt x="51571" y="74354"/>
                  <a:pt x="45466" y="75488"/>
                </a:cubicBezTo>
                <a:cubicBezTo>
                  <a:pt x="39295" y="76655"/>
                  <a:pt x="31423" y="73320"/>
                  <a:pt x="28421" y="67716"/>
                </a:cubicBezTo>
                <a:cubicBezTo>
                  <a:pt x="25252" y="61811"/>
                  <a:pt x="28621" y="54239"/>
                  <a:pt x="29521" y="48168"/>
                </a:cubicBezTo>
                <a:cubicBezTo>
                  <a:pt x="30189" y="43398"/>
                  <a:pt x="29388" y="38695"/>
                  <a:pt x="25919" y="35192"/>
                </a:cubicBezTo>
                <a:cubicBezTo>
                  <a:pt x="23717" y="32991"/>
                  <a:pt x="20749" y="31556"/>
                  <a:pt x="18047" y="30122"/>
                </a:cubicBezTo>
                <a:cubicBezTo>
                  <a:pt x="14778" y="28321"/>
                  <a:pt x="11842" y="26152"/>
                  <a:pt x="9340" y="23384"/>
                </a:cubicBezTo>
                <a:cubicBezTo>
                  <a:pt x="3736" y="17313"/>
                  <a:pt x="1602" y="8106"/>
                  <a:pt x="5871" y="701"/>
                </a:cubicBezTo>
                <a:cubicBezTo>
                  <a:pt x="6071" y="301"/>
                  <a:pt x="5538" y="0"/>
                  <a:pt x="5338" y="3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1360275" y="2576367"/>
            <a:ext cx="6810400" cy="175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133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357875" y="4544133"/>
            <a:ext cx="6815200" cy="39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8006125" y="2040200"/>
            <a:ext cx="2828000" cy="2618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63303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-1702433" y="-451233"/>
            <a:ext cx="4755872" cy="1188375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" name="Google Shape;28;p4"/>
          <p:cNvSpPr/>
          <p:nvPr/>
        </p:nvSpPr>
        <p:spPr>
          <a:xfrm rot="10800000">
            <a:off x="8778433" y="5726667"/>
            <a:ext cx="4755872" cy="1188375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9" name="Google Shape;29;p4"/>
          <p:cNvSpPr/>
          <p:nvPr/>
        </p:nvSpPr>
        <p:spPr>
          <a:xfrm>
            <a:off x="-942534" y="-346367"/>
            <a:ext cx="3374667" cy="1724600"/>
          </a:xfrm>
          <a:custGeom>
            <a:avLst/>
            <a:gdLst/>
            <a:ahLst/>
            <a:cxnLst/>
            <a:rect l="l" t="t" r="r" b="b"/>
            <a:pathLst>
              <a:path w="101240" h="51738" extrusionOk="0">
                <a:moveTo>
                  <a:pt x="100572" y="234"/>
                </a:moveTo>
                <a:cubicBezTo>
                  <a:pt x="96369" y="2669"/>
                  <a:pt x="93000" y="6139"/>
                  <a:pt x="90531" y="10342"/>
                </a:cubicBezTo>
                <a:cubicBezTo>
                  <a:pt x="89364" y="12343"/>
                  <a:pt x="88530" y="14511"/>
                  <a:pt x="87930" y="16746"/>
                </a:cubicBezTo>
                <a:cubicBezTo>
                  <a:pt x="87162" y="19581"/>
                  <a:pt x="87029" y="22584"/>
                  <a:pt x="86162" y="25352"/>
                </a:cubicBezTo>
                <a:cubicBezTo>
                  <a:pt x="83827" y="32624"/>
                  <a:pt x="75354" y="33091"/>
                  <a:pt x="69150" y="31490"/>
                </a:cubicBezTo>
                <a:cubicBezTo>
                  <a:pt x="64513" y="30322"/>
                  <a:pt x="59476" y="27687"/>
                  <a:pt x="55206" y="31223"/>
                </a:cubicBezTo>
                <a:cubicBezTo>
                  <a:pt x="53572" y="32624"/>
                  <a:pt x="52671" y="34726"/>
                  <a:pt x="51737" y="36594"/>
                </a:cubicBezTo>
                <a:cubicBezTo>
                  <a:pt x="50369" y="39362"/>
                  <a:pt x="48702" y="41797"/>
                  <a:pt x="46133" y="43632"/>
                </a:cubicBezTo>
                <a:cubicBezTo>
                  <a:pt x="40162" y="47802"/>
                  <a:pt x="34692" y="43899"/>
                  <a:pt x="29488" y="40763"/>
                </a:cubicBezTo>
                <a:cubicBezTo>
                  <a:pt x="20582" y="35326"/>
                  <a:pt x="9307" y="37494"/>
                  <a:pt x="3002" y="45700"/>
                </a:cubicBezTo>
                <a:cubicBezTo>
                  <a:pt x="1701" y="47368"/>
                  <a:pt x="801" y="49236"/>
                  <a:pt x="134" y="51204"/>
                </a:cubicBezTo>
                <a:cubicBezTo>
                  <a:pt x="0" y="51571"/>
                  <a:pt x="567" y="51738"/>
                  <a:pt x="701" y="51371"/>
                </a:cubicBezTo>
                <a:cubicBezTo>
                  <a:pt x="2702" y="45667"/>
                  <a:pt x="7139" y="41297"/>
                  <a:pt x="12843" y="39296"/>
                </a:cubicBezTo>
                <a:cubicBezTo>
                  <a:pt x="19181" y="37061"/>
                  <a:pt x="25485" y="38862"/>
                  <a:pt x="30889" y="42364"/>
                </a:cubicBezTo>
                <a:cubicBezTo>
                  <a:pt x="35092" y="45033"/>
                  <a:pt x="39195" y="47301"/>
                  <a:pt x="44198" y="45400"/>
                </a:cubicBezTo>
                <a:cubicBezTo>
                  <a:pt x="48802" y="43665"/>
                  <a:pt x="51037" y="39462"/>
                  <a:pt x="53138" y="35359"/>
                </a:cubicBezTo>
                <a:cubicBezTo>
                  <a:pt x="54639" y="32457"/>
                  <a:pt x="56574" y="30222"/>
                  <a:pt x="60076" y="30056"/>
                </a:cubicBezTo>
                <a:cubicBezTo>
                  <a:pt x="63345" y="29889"/>
                  <a:pt x="66648" y="31523"/>
                  <a:pt x="69717" y="32324"/>
                </a:cubicBezTo>
                <a:cubicBezTo>
                  <a:pt x="74220" y="33458"/>
                  <a:pt x="79724" y="33491"/>
                  <a:pt x="83493" y="30322"/>
                </a:cubicBezTo>
                <a:cubicBezTo>
                  <a:pt x="87729" y="26787"/>
                  <a:pt x="87396" y="21216"/>
                  <a:pt x="88730" y="16312"/>
                </a:cubicBezTo>
                <a:cubicBezTo>
                  <a:pt x="90231" y="10809"/>
                  <a:pt x="93800" y="5938"/>
                  <a:pt x="98304" y="2469"/>
                </a:cubicBezTo>
                <a:cubicBezTo>
                  <a:pt x="99138" y="1835"/>
                  <a:pt x="100038" y="1302"/>
                  <a:pt x="100906" y="768"/>
                </a:cubicBezTo>
                <a:cubicBezTo>
                  <a:pt x="101239" y="568"/>
                  <a:pt x="100906" y="1"/>
                  <a:pt x="100572" y="2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ubTitle" idx="1"/>
          </p:nvPr>
        </p:nvSpPr>
        <p:spPr>
          <a:xfrm>
            <a:off x="950933" y="2033367"/>
            <a:ext cx="10290000" cy="42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997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1805163" y="-225737"/>
            <a:ext cx="10516899" cy="14250640"/>
          </a:xfrm>
          <a:custGeom>
            <a:avLst/>
            <a:gdLst/>
            <a:ahLst/>
            <a:cxnLst/>
            <a:rect l="l" t="t" r="r" b="b"/>
            <a:pathLst>
              <a:path w="23730" h="31753" extrusionOk="0">
                <a:moveTo>
                  <a:pt x="1" y="0"/>
                </a:moveTo>
                <a:cubicBezTo>
                  <a:pt x="12" y="191"/>
                  <a:pt x="120" y="357"/>
                  <a:pt x="191" y="524"/>
                </a:cubicBezTo>
                <a:cubicBezTo>
                  <a:pt x="465" y="1084"/>
                  <a:pt x="763" y="1643"/>
                  <a:pt x="1084" y="2179"/>
                </a:cubicBezTo>
                <a:cubicBezTo>
                  <a:pt x="2287" y="4179"/>
                  <a:pt x="3870" y="5846"/>
                  <a:pt x="5942" y="7013"/>
                </a:cubicBezTo>
                <a:cubicBezTo>
                  <a:pt x="7347" y="7799"/>
                  <a:pt x="8835" y="8382"/>
                  <a:pt x="10395" y="8799"/>
                </a:cubicBezTo>
                <a:cubicBezTo>
                  <a:pt x="11490" y="9097"/>
                  <a:pt x="12562" y="9454"/>
                  <a:pt x="13490" y="10168"/>
                </a:cubicBezTo>
                <a:cubicBezTo>
                  <a:pt x="14526" y="10966"/>
                  <a:pt x="15479" y="11847"/>
                  <a:pt x="16264" y="12895"/>
                </a:cubicBezTo>
                <a:cubicBezTo>
                  <a:pt x="18086" y="15252"/>
                  <a:pt x="19122" y="17931"/>
                  <a:pt x="19443" y="20907"/>
                </a:cubicBezTo>
                <a:cubicBezTo>
                  <a:pt x="19586" y="22336"/>
                  <a:pt x="19622" y="23789"/>
                  <a:pt x="19741" y="25218"/>
                </a:cubicBezTo>
                <a:cubicBezTo>
                  <a:pt x="19813" y="26230"/>
                  <a:pt x="19979" y="27206"/>
                  <a:pt x="20313" y="28170"/>
                </a:cubicBezTo>
                <a:cubicBezTo>
                  <a:pt x="20848" y="29635"/>
                  <a:pt x="21777" y="30778"/>
                  <a:pt x="23134" y="31552"/>
                </a:cubicBezTo>
                <a:cubicBezTo>
                  <a:pt x="23287" y="31643"/>
                  <a:pt x="23448" y="31752"/>
                  <a:pt x="23633" y="31752"/>
                </a:cubicBezTo>
                <a:cubicBezTo>
                  <a:pt x="23665" y="31752"/>
                  <a:pt x="23697" y="31749"/>
                  <a:pt x="23730" y="31742"/>
                </a:cubicBezTo>
                <a:lnTo>
                  <a:pt x="237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" name="Google Shape;34;p5"/>
          <p:cNvSpPr/>
          <p:nvPr/>
        </p:nvSpPr>
        <p:spPr>
          <a:xfrm>
            <a:off x="-1645966" y="5962133"/>
            <a:ext cx="4602609" cy="996648"/>
          </a:xfrm>
          <a:custGeom>
            <a:avLst/>
            <a:gdLst/>
            <a:ahLst/>
            <a:cxnLst/>
            <a:rect l="l" t="t" r="r" b="b"/>
            <a:pathLst>
              <a:path w="89965" h="19481" extrusionOk="0">
                <a:moveTo>
                  <a:pt x="734" y="17279"/>
                </a:moveTo>
                <a:cubicBezTo>
                  <a:pt x="4237" y="9807"/>
                  <a:pt x="10208" y="2335"/>
                  <a:pt x="19314" y="2902"/>
                </a:cubicBezTo>
                <a:cubicBezTo>
                  <a:pt x="24285" y="3169"/>
                  <a:pt x="28854" y="5938"/>
                  <a:pt x="33291" y="7973"/>
                </a:cubicBezTo>
                <a:cubicBezTo>
                  <a:pt x="37160" y="9774"/>
                  <a:pt x="41263" y="11075"/>
                  <a:pt x="45500" y="11375"/>
                </a:cubicBezTo>
                <a:cubicBezTo>
                  <a:pt x="49336" y="11742"/>
                  <a:pt x="52972" y="10808"/>
                  <a:pt x="56341" y="8973"/>
                </a:cubicBezTo>
                <a:cubicBezTo>
                  <a:pt x="60010" y="7005"/>
                  <a:pt x="63179" y="4203"/>
                  <a:pt x="67215" y="3036"/>
                </a:cubicBezTo>
                <a:cubicBezTo>
                  <a:pt x="77823" y="0"/>
                  <a:pt x="84961" y="11475"/>
                  <a:pt x="89198" y="19147"/>
                </a:cubicBezTo>
                <a:cubicBezTo>
                  <a:pt x="89398" y="19481"/>
                  <a:pt x="89965" y="19181"/>
                  <a:pt x="89731" y="18814"/>
                </a:cubicBezTo>
                <a:cubicBezTo>
                  <a:pt x="85628" y="11308"/>
                  <a:pt x="80491" y="2936"/>
                  <a:pt x="71051" y="2035"/>
                </a:cubicBezTo>
                <a:cubicBezTo>
                  <a:pt x="66882" y="1668"/>
                  <a:pt x="63146" y="3936"/>
                  <a:pt x="59810" y="6038"/>
                </a:cubicBezTo>
                <a:cubicBezTo>
                  <a:pt x="55273" y="8973"/>
                  <a:pt x="51037" y="10975"/>
                  <a:pt x="45533" y="10708"/>
                </a:cubicBezTo>
                <a:cubicBezTo>
                  <a:pt x="40163" y="10441"/>
                  <a:pt x="35159" y="8139"/>
                  <a:pt x="30356" y="5838"/>
                </a:cubicBezTo>
                <a:cubicBezTo>
                  <a:pt x="26186" y="3870"/>
                  <a:pt x="21950" y="2002"/>
                  <a:pt x="17246" y="2168"/>
                </a:cubicBezTo>
                <a:cubicBezTo>
                  <a:pt x="9007" y="2469"/>
                  <a:pt x="3403" y="10174"/>
                  <a:pt x="234" y="16879"/>
                </a:cubicBezTo>
                <a:cubicBezTo>
                  <a:pt x="1" y="17346"/>
                  <a:pt x="568" y="17646"/>
                  <a:pt x="734" y="1727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" name="Google Shape;35;p5"/>
          <p:cNvSpPr/>
          <p:nvPr/>
        </p:nvSpPr>
        <p:spPr>
          <a:xfrm>
            <a:off x="8416833" y="-119866"/>
            <a:ext cx="4002796" cy="1068681"/>
          </a:xfrm>
          <a:custGeom>
            <a:avLst/>
            <a:gdLst/>
            <a:ahLst/>
            <a:cxnLst/>
            <a:rect l="l" t="t" r="r" b="b"/>
            <a:pathLst>
              <a:path w="79091" h="21116" extrusionOk="0">
                <a:moveTo>
                  <a:pt x="267" y="434"/>
                </a:moveTo>
                <a:cubicBezTo>
                  <a:pt x="1" y="7006"/>
                  <a:pt x="3503" y="13044"/>
                  <a:pt x="8874" y="16713"/>
                </a:cubicBezTo>
                <a:cubicBezTo>
                  <a:pt x="15178" y="21116"/>
                  <a:pt x="22683" y="19982"/>
                  <a:pt x="29355" y="17113"/>
                </a:cubicBezTo>
                <a:cubicBezTo>
                  <a:pt x="33358" y="15379"/>
                  <a:pt x="37160" y="13177"/>
                  <a:pt x="41063" y="11342"/>
                </a:cubicBezTo>
                <a:cubicBezTo>
                  <a:pt x="45733" y="9207"/>
                  <a:pt x="50703" y="8040"/>
                  <a:pt x="55840" y="7873"/>
                </a:cubicBezTo>
                <a:cubicBezTo>
                  <a:pt x="60644" y="7740"/>
                  <a:pt x="65214" y="9207"/>
                  <a:pt x="69984" y="9474"/>
                </a:cubicBezTo>
                <a:cubicBezTo>
                  <a:pt x="73320" y="9674"/>
                  <a:pt x="76755" y="8574"/>
                  <a:pt x="78857" y="5905"/>
                </a:cubicBezTo>
                <a:cubicBezTo>
                  <a:pt x="79090" y="5572"/>
                  <a:pt x="78657" y="5171"/>
                  <a:pt x="78390" y="5471"/>
                </a:cubicBezTo>
                <a:cubicBezTo>
                  <a:pt x="75655" y="9007"/>
                  <a:pt x="71151" y="9141"/>
                  <a:pt x="67048" y="8540"/>
                </a:cubicBezTo>
                <a:cubicBezTo>
                  <a:pt x="63012" y="7973"/>
                  <a:pt x="59176" y="7173"/>
                  <a:pt x="55040" y="7239"/>
                </a:cubicBezTo>
                <a:cubicBezTo>
                  <a:pt x="47334" y="7506"/>
                  <a:pt x="40663" y="10675"/>
                  <a:pt x="33891" y="14144"/>
                </a:cubicBezTo>
                <a:cubicBezTo>
                  <a:pt x="26986" y="17680"/>
                  <a:pt x="19281" y="20916"/>
                  <a:pt x="11609" y="17513"/>
                </a:cubicBezTo>
                <a:cubicBezTo>
                  <a:pt x="5004" y="14578"/>
                  <a:pt x="501" y="7506"/>
                  <a:pt x="801" y="334"/>
                </a:cubicBezTo>
                <a:cubicBezTo>
                  <a:pt x="868" y="1"/>
                  <a:pt x="267" y="1"/>
                  <a:pt x="267" y="43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2007885" y="3884217"/>
            <a:ext cx="3864800" cy="526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Syne SemiBold"/>
              <a:buNone/>
              <a:defRPr sz="2667">
                <a:solidFill>
                  <a:schemeClr val="lt2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2009085" y="4542551"/>
            <a:ext cx="3862400" cy="139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2"/>
          </p:nvPr>
        </p:nvSpPr>
        <p:spPr>
          <a:xfrm>
            <a:off x="6319315" y="2545631"/>
            <a:ext cx="3864800" cy="13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3"/>
          </p:nvPr>
        </p:nvSpPr>
        <p:spPr>
          <a:xfrm>
            <a:off x="6319315" y="1883417"/>
            <a:ext cx="3864800" cy="52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Syne SemiBold"/>
              <a:buNone/>
              <a:defRPr sz="2667">
                <a:solidFill>
                  <a:schemeClr val="lt2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SemiBold"/>
              <a:buNone/>
              <a:defRPr sz="2133">
                <a:latin typeface="Syne SemiBold"/>
                <a:ea typeface="Syne SemiBold"/>
                <a:cs typeface="Syne SemiBold"/>
                <a:sym typeface="Syn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SemiBold"/>
              <a:buNone/>
              <a:defRPr sz="2133">
                <a:latin typeface="Syne SemiBold"/>
                <a:ea typeface="Syne SemiBold"/>
                <a:cs typeface="Syne SemiBold"/>
                <a:sym typeface="Syn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SemiBold"/>
              <a:buNone/>
              <a:defRPr sz="2133">
                <a:latin typeface="Syne SemiBold"/>
                <a:ea typeface="Syne SemiBold"/>
                <a:cs typeface="Syne SemiBold"/>
                <a:sym typeface="Syn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SemiBold"/>
              <a:buNone/>
              <a:defRPr sz="2133">
                <a:latin typeface="Syne SemiBold"/>
                <a:ea typeface="Syne SemiBold"/>
                <a:cs typeface="Syne SemiBold"/>
                <a:sym typeface="Syn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SemiBold"/>
              <a:buNone/>
              <a:defRPr sz="2133">
                <a:latin typeface="Syne SemiBold"/>
                <a:ea typeface="Syne SemiBold"/>
                <a:cs typeface="Syne SemiBold"/>
                <a:sym typeface="Syn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SemiBold"/>
              <a:buNone/>
              <a:defRPr sz="2133">
                <a:latin typeface="Syne SemiBold"/>
                <a:ea typeface="Syne SemiBold"/>
                <a:cs typeface="Syne SemiBold"/>
                <a:sym typeface="Syn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SemiBold"/>
              <a:buNone/>
              <a:defRPr sz="2133">
                <a:latin typeface="Syne SemiBold"/>
                <a:ea typeface="Syne SemiBold"/>
                <a:cs typeface="Syne SemiBold"/>
                <a:sym typeface="Syn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Syne SemiBold"/>
              <a:buNone/>
              <a:defRPr sz="2133">
                <a:latin typeface="Syne SemiBold"/>
                <a:ea typeface="Syne SemiBold"/>
                <a:cs typeface="Syne SemiBold"/>
                <a:sym typeface="Syne SemiBol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1266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-1702433" y="-451233"/>
            <a:ext cx="4755872" cy="1188375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" name="Google Shape;42;p6"/>
          <p:cNvSpPr/>
          <p:nvPr/>
        </p:nvSpPr>
        <p:spPr>
          <a:xfrm rot="10800000">
            <a:off x="9185000" y="5726667"/>
            <a:ext cx="4755872" cy="1188375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" name="Google Shape;43;p6"/>
          <p:cNvSpPr/>
          <p:nvPr/>
        </p:nvSpPr>
        <p:spPr>
          <a:xfrm>
            <a:off x="-1011834" y="-657333"/>
            <a:ext cx="3374667" cy="1724600"/>
          </a:xfrm>
          <a:custGeom>
            <a:avLst/>
            <a:gdLst/>
            <a:ahLst/>
            <a:cxnLst/>
            <a:rect l="l" t="t" r="r" b="b"/>
            <a:pathLst>
              <a:path w="101240" h="51738" extrusionOk="0">
                <a:moveTo>
                  <a:pt x="100572" y="234"/>
                </a:moveTo>
                <a:cubicBezTo>
                  <a:pt x="96369" y="2669"/>
                  <a:pt x="93000" y="6139"/>
                  <a:pt x="90531" y="10342"/>
                </a:cubicBezTo>
                <a:cubicBezTo>
                  <a:pt x="89364" y="12343"/>
                  <a:pt x="88530" y="14511"/>
                  <a:pt x="87930" y="16746"/>
                </a:cubicBezTo>
                <a:cubicBezTo>
                  <a:pt x="87162" y="19581"/>
                  <a:pt x="87029" y="22584"/>
                  <a:pt x="86162" y="25352"/>
                </a:cubicBezTo>
                <a:cubicBezTo>
                  <a:pt x="83827" y="32624"/>
                  <a:pt x="75354" y="33091"/>
                  <a:pt x="69150" y="31490"/>
                </a:cubicBezTo>
                <a:cubicBezTo>
                  <a:pt x="64513" y="30322"/>
                  <a:pt x="59476" y="27687"/>
                  <a:pt x="55206" y="31223"/>
                </a:cubicBezTo>
                <a:cubicBezTo>
                  <a:pt x="53572" y="32624"/>
                  <a:pt x="52671" y="34726"/>
                  <a:pt x="51737" y="36594"/>
                </a:cubicBezTo>
                <a:cubicBezTo>
                  <a:pt x="50369" y="39362"/>
                  <a:pt x="48702" y="41797"/>
                  <a:pt x="46133" y="43632"/>
                </a:cubicBezTo>
                <a:cubicBezTo>
                  <a:pt x="40162" y="47802"/>
                  <a:pt x="34692" y="43899"/>
                  <a:pt x="29488" y="40763"/>
                </a:cubicBezTo>
                <a:cubicBezTo>
                  <a:pt x="20582" y="35326"/>
                  <a:pt x="9307" y="37494"/>
                  <a:pt x="3002" y="45700"/>
                </a:cubicBezTo>
                <a:cubicBezTo>
                  <a:pt x="1701" y="47368"/>
                  <a:pt x="801" y="49236"/>
                  <a:pt x="134" y="51204"/>
                </a:cubicBezTo>
                <a:cubicBezTo>
                  <a:pt x="0" y="51571"/>
                  <a:pt x="567" y="51738"/>
                  <a:pt x="701" y="51371"/>
                </a:cubicBezTo>
                <a:cubicBezTo>
                  <a:pt x="2702" y="45667"/>
                  <a:pt x="7139" y="41297"/>
                  <a:pt x="12843" y="39296"/>
                </a:cubicBezTo>
                <a:cubicBezTo>
                  <a:pt x="19181" y="37061"/>
                  <a:pt x="25485" y="38862"/>
                  <a:pt x="30889" y="42364"/>
                </a:cubicBezTo>
                <a:cubicBezTo>
                  <a:pt x="35092" y="45033"/>
                  <a:pt x="39195" y="47301"/>
                  <a:pt x="44198" y="45400"/>
                </a:cubicBezTo>
                <a:cubicBezTo>
                  <a:pt x="48802" y="43665"/>
                  <a:pt x="51037" y="39462"/>
                  <a:pt x="53138" y="35359"/>
                </a:cubicBezTo>
                <a:cubicBezTo>
                  <a:pt x="54639" y="32457"/>
                  <a:pt x="56574" y="30222"/>
                  <a:pt x="60076" y="30056"/>
                </a:cubicBezTo>
                <a:cubicBezTo>
                  <a:pt x="63345" y="29889"/>
                  <a:pt x="66648" y="31523"/>
                  <a:pt x="69717" y="32324"/>
                </a:cubicBezTo>
                <a:cubicBezTo>
                  <a:pt x="74220" y="33458"/>
                  <a:pt x="79724" y="33491"/>
                  <a:pt x="83493" y="30322"/>
                </a:cubicBezTo>
                <a:cubicBezTo>
                  <a:pt x="87729" y="26787"/>
                  <a:pt x="87396" y="21216"/>
                  <a:pt x="88730" y="16312"/>
                </a:cubicBezTo>
                <a:cubicBezTo>
                  <a:pt x="90231" y="10809"/>
                  <a:pt x="93800" y="5938"/>
                  <a:pt x="98304" y="2469"/>
                </a:cubicBezTo>
                <a:cubicBezTo>
                  <a:pt x="99138" y="1835"/>
                  <a:pt x="100038" y="1302"/>
                  <a:pt x="100906" y="768"/>
                </a:cubicBezTo>
                <a:cubicBezTo>
                  <a:pt x="101239" y="568"/>
                  <a:pt x="100906" y="1"/>
                  <a:pt x="100572" y="2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447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9203629" y="-710966"/>
            <a:ext cx="4637020" cy="2987145"/>
          </a:xfrm>
          <a:custGeom>
            <a:avLst/>
            <a:gdLst/>
            <a:ahLst/>
            <a:cxnLst/>
            <a:rect l="l" t="t" r="r" b="b"/>
            <a:pathLst>
              <a:path w="98138" h="63220" extrusionOk="0">
                <a:moveTo>
                  <a:pt x="2536" y="0"/>
                </a:moveTo>
                <a:cubicBezTo>
                  <a:pt x="768" y="2535"/>
                  <a:pt x="1" y="5704"/>
                  <a:pt x="535" y="8740"/>
                </a:cubicBezTo>
                <a:cubicBezTo>
                  <a:pt x="2036" y="17146"/>
                  <a:pt x="12410" y="20982"/>
                  <a:pt x="15879" y="28721"/>
                </a:cubicBezTo>
                <a:cubicBezTo>
                  <a:pt x="17914" y="33257"/>
                  <a:pt x="17280" y="38561"/>
                  <a:pt x="16513" y="43465"/>
                </a:cubicBezTo>
                <a:cubicBezTo>
                  <a:pt x="16079" y="46100"/>
                  <a:pt x="15612" y="48869"/>
                  <a:pt x="16446" y="51437"/>
                </a:cubicBezTo>
                <a:cubicBezTo>
                  <a:pt x="17046" y="53238"/>
                  <a:pt x="18181" y="54739"/>
                  <a:pt x="19448" y="56107"/>
                </a:cubicBezTo>
                <a:cubicBezTo>
                  <a:pt x="23932" y="60782"/>
                  <a:pt x="30436" y="63219"/>
                  <a:pt x="36910" y="63219"/>
                </a:cubicBezTo>
                <a:cubicBezTo>
                  <a:pt x="41754" y="63219"/>
                  <a:pt x="46583" y="61855"/>
                  <a:pt x="50537" y="59042"/>
                </a:cubicBezTo>
                <a:cubicBezTo>
                  <a:pt x="56375" y="54873"/>
                  <a:pt x="60044" y="48301"/>
                  <a:pt x="65548" y="43732"/>
                </a:cubicBezTo>
                <a:cubicBezTo>
                  <a:pt x="70526" y="39593"/>
                  <a:pt x="76988" y="37341"/>
                  <a:pt x="83454" y="37341"/>
                </a:cubicBezTo>
                <a:cubicBezTo>
                  <a:pt x="84180" y="37341"/>
                  <a:pt x="84905" y="37370"/>
                  <a:pt x="85629" y="37427"/>
                </a:cubicBezTo>
                <a:cubicBezTo>
                  <a:pt x="89591" y="37744"/>
                  <a:pt x="93614" y="38905"/>
                  <a:pt x="97525" y="38905"/>
                </a:cubicBezTo>
                <a:cubicBezTo>
                  <a:pt x="97730" y="38905"/>
                  <a:pt x="97934" y="38901"/>
                  <a:pt x="98138" y="38895"/>
                </a:cubicBezTo>
                <a:lnTo>
                  <a:pt x="9813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7"/>
          <p:cNvSpPr/>
          <p:nvPr/>
        </p:nvSpPr>
        <p:spPr>
          <a:xfrm>
            <a:off x="9120500" y="5147385"/>
            <a:ext cx="2709179" cy="1761729"/>
          </a:xfrm>
          <a:custGeom>
            <a:avLst/>
            <a:gdLst/>
            <a:ahLst/>
            <a:cxnLst/>
            <a:rect l="l" t="t" r="r" b="b"/>
            <a:pathLst>
              <a:path w="27509" h="17888" extrusionOk="0">
                <a:moveTo>
                  <a:pt x="18162" y="0"/>
                </a:moveTo>
                <a:cubicBezTo>
                  <a:pt x="18036" y="0"/>
                  <a:pt x="17908" y="3"/>
                  <a:pt x="17780" y="8"/>
                </a:cubicBezTo>
                <a:cubicBezTo>
                  <a:pt x="15078" y="74"/>
                  <a:pt x="12443" y="1209"/>
                  <a:pt x="10174" y="2710"/>
                </a:cubicBezTo>
                <a:cubicBezTo>
                  <a:pt x="4971" y="6112"/>
                  <a:pt x="1301" y="11749"/>
                  <a:pt x="1" y="17887"/>
                </a:cubicBezTo>
                <a:lnTo>
                  <a:pt x="23818" y="17887"/>
                </a:lnTo>
                <a:cubicBezTo>
                  <a:pt x="25586" y="15619"/>
                  <a:pt x="26786" y="13150"/>
                  <a:pt x="26987" y="10782"/>
                </a:cubicBezTo>
                <a:cubicBezTo>
                  <a:pt x="27509" y="5200"/>
                  <a:pt x="23973" y="0"/>
                  <a:pt x="18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7"/>
          <p:cNvSpPr/>
          <p:nvPr/>
        </p:nvSpPr>
        <p:spPr>
          <a:xfrm>
            <a:off x="8736634" y="-454267"/>
            <a:ext cx="4100733" cy="2571867"/>
          </a:xfrm>
          <a:custGeom>
            <a:avLst/>
            <a:gdLst/>
            <a:ahLst/>
            <a:cxnLst/>
            <a:rect l="l" t="t" r="r" b="b"/>
            <a:pathLst>
              <a:path w="123022" h="77156" extrusionOk="0">
                <a:moveTo>
                  <a:pt x="5338" y="334"/>
                </a:moveTo>
                <a:cubicBezTo>
                  <a:pt x="0" y="9707"/>
                  <a:pt x="4504" y="20548"/>
                  <a:pt x="12242" y="26986"/>
                </a:cubicBezTo>
                <a:cubicBezTo>
                  <a:pt x="16345" y="30355"/>
                  <a:pt x="21582" y="31990"/>
                  <a:pt x="25519" y="35626"/>
                </a:cubicBezTo>
                <a:cubicBezTo>
                  <a:pt x="30622" y="40363"/>
                  <a:pt x="29121" y="47801"/>
                  <a:pt x="27754" y="53806"/>
                </a:cubicBezTo>
                <a:cubicBezTo>
                  <a:pt x="26586" y="58876"/>
                  <a:pt x="25585" y="64380"/>
                  <a:pt x="28521" y="69083"/>
                </a:cubicBezTo>
                <a:cubicBezTo>
                  <a:pt x="31089" y="73253"/>
                  <a:pt x="36526" y="75421"/>
                  <a:pt x="41130" y="76088"/>
                </a:cubicBezTo>
                <a:cubicBezTo>
                  <a:pt x="46600" y="76889"/>
                  <a:pt x="51537" y="74254"/>
                  <a:pt x="55907" y="71351"/>
                </a:cubicBezTo>
                <a:cubicBezTo>
                  <a:pt x="60977" y="67982"/>
                  <a:pt x="65614" y="63913"/>
                  <a:pt x="71451" y="61845"/>
                </a:cubicBezTo>
                <a:cubicBezTo>
                  <a:pt x="76121" y="60177"/>
                  <a:pt x="81225" y="60143"/>
                  <a:pt x="86095" y="60577"/>
                </a:cubicBezTo>
                <a:cubicBezTo>
                  <a:pt x="91466" y="61077"/>
                  <a:pt x="97103" y="62145"/>
                  <a:pt x="102007" y="64413"/>
                </a:cubicBezTo>
                <a:cubicBezTo>
                  <a:pt x="109412" y="67849"/>
                  <a:pt x="114315" y="75221"/>
                  <a:pt x="122488" y="77056"/>
                </a:cubicBezTo>
                <a:cubicBezTo>
                  <a:pt x="122855" y="77156"/>
                  <a:pt x="123022" y="76555"/>
                  <a:pt x="122655" y="76488"/>
                </a:cubicBezTo>
                <a:cubicBezTo>
                  <a:pt x="117184" y="75254"/>
                  <a:pt x="113014" y="71418"/>
                  <a:pt x="108745" y="68082"/>
                </a:cubicBezTo>
                <a:cubicBezTo>
                  <a:pt x="104342" y="64680"/>
                  <a:pt x="99772" y="62545"/>
                  <a:pt x="94334" y="61344"/>
                </a:cubicBezTo>
                <a:cubicBezTo>
                  <a:pt x="88497" y="60043"/>
                  <a:pt x="82393" y="59343"/>
                  <a:pt x="76422" y="60077"/>
                </a:cubicBezTo>
                <a:cubicBezTo>
                  <a:pt x="70751" y="60811"/>
                  <a:pt x="65947" y="63546"/>
                  <a:pt x="61378" y="66748"/>
                </a:cubicBezTo>
                <a:cubicBezTo>
                  <a:pt x="56441" y="70217"/>
                  <a:pt x="51571" y="74354"/>
                  <a:pt x="45466" y="75488"/>
                </a:cubicBezTo>
                <a:cubicBezTo>
                  <a:pt x="39295" y="76655"/>
                  <a:pt x="31423" y="73320"/>
                  <a:pt x="28421" y="67716"/>
                </a:cubicBezTo>
                <a:cubicBezTo>
                  <a:pt x="25252" y="61811"/>
                  <a:pt x="28621" y="54239"/>
                  <a:pt x="29521" y="48168"/>
                </a:cubicBezTo>
                <a:cubicBezTo>
                  <a:pt x="30189" y="43398"/>
                  <a:pt x="29388" y="38695"/>
                  <a:pt x="25919" y="35192"/>
                </a:cubicBezTo>
                <a:cubicBezTo>
                  <a:pt x="23717" y="32991"/>
                  <a:pt x="20749" y="31556"/>
                  <a:pt x="18047" y="30122"/>
                </a:cubicBezTo>
                <a:cubicBezTo>
                  <a:pt x="14778" y="28321"/>
                  <a:pt x="11842" y="26152"/>
                  <a:pt x="9340" y="23384"/>
                </a:cubicBezTo>
                <a:cubicBezTo>
                  <a:pt x="3736" y="17313"/>
                  <a:pt x="1602" y="8106"/>
                  <a:pt x="5871" y="701"/>
                </a:cubicBezTo>
                <a:cubicBezTo>
                  <a:pt x="6071" y="301"/>
                  <a:pt x="5538" y="0"/>
                  <a:pt x="5338" y="3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" name="Google Shape;49;p7"/>
          <p:cNvSpPr/>
          <p:nvPr/>
        </p:nvSpPr>
        <p:spPr>
          <a:xfrm>
            <a:off x="-277666" y="5416651"/>
            <a:ext cx="3839983" cy="1962620"/>
          </a:xfrm>
          <a:custGeom>
            <a:avLst/>
            <a:gdLst/>
            <a:ahLst/>
            <a:cxnLst/>
            <a:rect l="l" t="t" r="r" b="b"/>
            <a:pathLst>
              <a:path w="48102" h="24585" extrusionOk="0">
                <a:moveTo>
                  <a:pt x="46834" y="4870"/>
                </a:moveTo>
                <a:cubicBezTo>
                  <a:pt x="45533" y="1835"/>
                  <a:pt x="41997" y="0"/>
                  <a:pt x="38762" y="601"/>
                </a:cubicBezTo>
                <a:cubicBezTo>
                  <a:pt x="35626" y="1168"/>
                  <a:pt x="33358" y="3536"/>
                  <a:pt x="31023" y="5838"/>
                </a:cubicBezTo>
                <a:cubicBezTo>
                  <a:pt x="29121" y="7706"/>
                  <a:pt x="27153" y="9540"/>
                  <a:pt x="24652" y="10308"/>
                </a:cubicBezTo>
                <a:cubicBezTo>
                  <a:pt x="19314" y="11875"/>
                  <a:pt x="13544" y="7939"/>
                  <a:pt x="8173" y="9273"/>
                </a:cubicBezTo>
                <a:cubicBezTo>
                  <a:pt x="4671" y="10141"/>
                  <a:pt x="2202" y="13043"/>
                  <a:pt x="968" y="16512"/>
                </a:cubicBezTo>
                <a:cubicBezTo>
                  <a:pt x="368" y="18146"/>
                  <a:pt x="34" y="19881"/>
                  <a:pt x="1" y="21582"/>
                </a:cubicBezTo>
                <a:cubicBezTo>
                  <a:pt x="1" y="22583"/>
                  <a:pt x="34" y="23584"/>
                  <a:pt x="268" y="24584"/>
                </a:cubicBezTo>
                <a:lnTo>
                  <a:pt x="7439" y="24584"/>
                </a:lnTo>
                <a:lnTo>
                  <a:pt x="37194" y="24584"/>
                </a:lnTo>
                <a:cubicBezTo>
                  <a:pt x="37928" y="23384"/>
                  <a:pt x="38795" y="22216"/>
                  <a:pt x="39696" y="21149"/>
                </a:cubicBezTo>
                <a:cubicBezTo>
                  <a:pt x="41764" y="18747"/>
                  <a:pt x="44032" y="16545"/>
                  <a:pt x="45667" y="13843"/>
                </a:cubicBezTo>
                <a:cubicBezTo>
                  <a:pt x="47268" y="11175"/>
                  <a:pt x="48102" y="7772"/>
                  <a:pt x="46834" y="487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" name="Google Shape;50;p7"/>
          <p:cNvSpPr/>
          <p:nvPr/>
        </p:nvSpPr>
        <p:spPr>
          <a:xfrm>
            <a:off x="10372251" y="4232101"/>
            <a:ext cx="829500" cy="800967"/>
          </a:xfrm>
          <a:custGeom>
            <a:avLst/>
            <a:gdLst/>
            <a:ahLst/>
            <a:cxnLst/>
            <a:rect l="l" t="t" r="r" b="b"/>
            <a:pathLst>
              <a:path w="24885" h="24029" extrusionOk="0">
                <a:moveTo>
                  <a:pt x="15284" y="0"/>
                </a:moveTo>
                <a:cubicBezTo>
                  <a:pt x="14056" y="0"/>
                  <a:pt x="12888" y="355"/>
                  <a:pt x="12109" y="1291"/>
                </a:cubicBezTo>
                <a:cubicBezTo>
                  <a:pt x="10541" y="3192"/>
                  <a:pt x="11542" y="5627"/>
                  <a:pt x="11241" y="7829"/>
                </a:cubicBezTo>
                <a:cubicBezTo>
                  <a:pt x="10941" y="10164"/>
                  <a:pt x="9574" y="11498"/>
                  <a:pt x="7539" y="12699"/>
                </a:cubicBezTo>
                <a:cubicBezTo>
                  <a:pt x="5838" y="13700"/>
                  <a:pt x="4003" y="14467"/>
                  <a:pt x="2502" y="15768"/>
                </a:cubicBezTo>
                <a:cubicBezTo>
                  <a:pt x="1034" y="17035"/>
                  <a:pt x="0" y="19137"/>
                  <a:pt x="600" y="20972"/>
                </a:cubicBezTo>
                <a:cubicBezTo>
                  <a:pt x="667" y="21138"/>
                  <a:pt x="734" y="21339"/>
                  <a:pt x="834" y="21505"/>
                </a:cubicBezTo>
                <a:cubicBezTo>
                  <a:pt x="1501" y="22806"/>
                  <a:pt x="2935" y="23640"/>
                  <a:pt x="4437" y="23874"/>
                </a:cubicBezTo>
                <a:cubicBezTo>
                  <a:pt x="5020" y="23981"/>
                  <a:pt x="5656" y="24029"/>
                  <a:pt x="6315" y="24029"/>
                </a:cubicBezTo>
                <a:cubicBezTo>
                  <a:pt x="8108" y="24029"/>
                  <a:pt x="10072" y="23679"/>
                  <a:pt x="11608" y="23240"/>
                </a:cubicBezTo>
                <a:cubicBezTo>
                  <a:pt x="16045" y="21906"/>
                  <a:pt x="20014" y="18970"/>
                  <a:pt x="22449" y="15001"/>
                </a:cubicBezTo>
                <a:cubicBezTo>
                  <a:pt x="23917" y="12632"/>
                  <a:pt x="24884" y="9797"/>
                  <a:pt x="24284" y="7095"/>
                </a:cubicBezTo>
                <a:cubicBezTo>
                  <a:pt x="23584" y="3926"/>
                  <a:pt x="20882" y="1491"/>
                  <a:pt x="17879" y="457"/>
                </a:cubicBezTo>
                <a:cubicBezTo>
                  <a:pt x="17062" y="180"/>
                  <a:pt x="16157" y="0"/>
                  <a:pt x="1528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1" name="Google Shape;51;p7"/>
          <p:cNvSpPr txBox="1">
            <a:spLocks noGrp="1"/>
          </p:cNvSpPr>
          <p:nvPr>
            <p:ph type="subTitle" idx="1"/>
          </p:nvPr>
        </p:nvSpPr>
        <p:spPr>
          <a:xfrm>
            <a:off x="1124000" y="1914867"/>
            <a:ext cx="6459200" cy="29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51000" y="626000"/>
            <a:ext cx="77124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784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 rot="-5400000" flipH="1">
            <a:off x="-712003" y="-547896"/>
            <a:ext cx="3153804" cy="3387664"/>
          </a:xfrm>
          <a:custGeom>
            <a:avLst/>
            <a:gdLst/>
            <a:ahLst/>
            <a:cxnLst/>
            <a:rect l="l" t="t" r="r" b="b"/>
            <a:pathLst>
              <a:path w="53539" h="57509" extrusionOk="0">
                <a:moveTo>
                  <a:pt x="8006" y="49169"/>
                </a:moveTo>
                <a:cubicBezTo>
                  <a:pt x="8307" y="47268"/>
                  <a:pt x="7973" y="45333"/>
                  <a:pt x="8273" y="43399"/>
                </a:cubicBezTo>
                <a:cubicBezTo>
                  <a:pt x="8707" y="40330"/>
                  <a:pt x="10942" y="37528"/>
                  <a:pt x="13844" y="36327"/>
                </a:cubicBezTo>
                <a:cubicBezTo>
                  <a:pt x="16646" y="35193"/>
                  <a:pt x="19815" y="35526"/>
                  <a:pt x="22817" y="35393"/>
                </a:cubicBezTo>
                <a:cubicBezTo>
                  <a:pt x="25819" y="35259"/>
                  <a:pt x="29188" y="34425"/>
                  <a:pt x="30789" y="31890"/>
                </a:cubicBezTo>
                <a:cubicBezTo>
                  <a:pt x="31523" y="30689"/>
                  <a:pt x="31790" y="29255"/>
                  <a:pt x="32057" y="27887"/>
                </a:cubicBezTo>
                <a:cubicBezTo>
                  <a:pt x="32524" y="25753"/>
                  <a:pt x="33058" y="23651"/>
                  <a:pt x="34158" y="21750"/>
                </a:cubicBezTo>
                <a:cubicBezTo>
                  <a:pt x="35226" y="19882"/>
                  <a:pt x="36994" y="18314"/>
                  <a:pt x="39129" y="17847"/>
                </a:cubicBezTo>
                <a:cubicBezTo>
                  <a:pt x="40530" y="17547"/>
                  <a:pt x="42031" y="17747"/>
                  <a:pt x="43498" y="17680"/>
                </a:cubicBezTo>
                <a:cubicBezTo>
                  <a:pt x="47368" y="17413"/>
                  <a:pt x="50837" y="14978"/>
                  <a:pt x="53205" y="11876"/>
                </a:cubicBezTo>
                <a:cubicBezTo>
                  <a:pt x="53339" y="11709"/>
                  <a:pt x="53405" y="11576"/>
                  <a:pt x="53539" y="11409"/>
                </a:cubicBezTo>
                <a:cubicBezTo>
                  <a:pt x="52505" y="9541"/>
                  <a:pt x="51404" y="7473"/>
                  <a:pt x="49369" y="6706"/>
                </a:cubicBezTo>
                <a:cubicBezTo>
                  <a:pt x="45867" y="5405"/>
                  <a:pt x="42398" y="8974"/>
                  <a:pt x="38695" y="9241"/>
                </a:cubicBezTo>
                <a:cubicBezTo>
                  <a:pt x="35726" y="9508"/>
                  <a:pt x="33058" y="7673"/>
                  <a:pt x="30522" y="6072"/>
                </a:cubicBezTo>
                <a:cubicBezTo>
                  <a:pt x="24718" y="2536"/>
                  <a:pt x="17513" y="1"/>
                  <a:pt x="11209" y="2536"/>
                </a:cubicBezTo>
                <a:cubicBezTo>
                  <a:pt x="9674" y="3170"/>
                  <a:pt x="8206" y="4070"/>
                  <a:pt x="6972" y="5171"/>
                </a:cubicBezTo>
                <a:cubicBezTo>
                  <a:pt x="4504" y="7306"/>
                  <a:pt x="2636" y="10141"/>
                  <a:pt x="1668" y="13244"/>
                </a:cubicBezTo>
                <a:cubicBezTo>
                  <a:pt x="167" y="18181"/>
                  <a:pt x="835" y="23651"/>
                  <a:pt x="1" y="28688"/>
                </a:cubicBezTo>
                <a:lnTo>
                  <a:pt x="1" y="57509"/>
                </a:lnTo>
                <a:cubicBezTo>
                  <a:pt x="134" y="57442"/>
                  <a:pt x="267" y="57409"/>
                  <a:pt x="368" y="57409"/>
                </a:cubicBezTo>
                <a:cubicBezTo>
                  <a:pt x="4204" y="56274"/>
                  <a:pt x="7439" y="53072"/>
                  <a:pt x="8006" y="4916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61;p9"/>
          <p:cNvSpPr/>
          <p:nvPr/>
        </p:nvSpPr>
        <p:spPr>
          <a:xfrm rot="10800000">
            <a:off x="-2866035" y="4190869"/>
            <a:ext cx="6477435" cy="4172731"/>
          </a:xfrm>
          <a:custGeom>
            <a:avLst/>
            <a:gdLst/>
            <a:ahLst/>
            <a:cxnLst/>
            <a:rect l="l" t="t" r="r" b="b"/>
            <a:pathLst>
              <a:path w="98138" h="63220" extrusionOk="0">
                <a:moveTo>
                  <a:pt x="2536" y="0"/>
                </a:moveTo>
                <a:cubicBezTo>
                  <a:pt x="768" y="2535"/>
                  <a:pt x="1" y="5704"/>
                  <a:pt x="535" y="8740"/>
                </a:cubicBezTo>
                <a:cubicBezTo>
                  <a:pt x="2036" y="17146"/>
                  <a:pt x="12410" y="20982"/>
                  <a:pt x="15879" y="28721"/>
                </a:cubicBezTo>
                <a:cubicBezTo>
                  <a:pt x="17914" y="33257"/>
                  <a:pt x="17280" y="38561"/>
                  <a:pt x="16513" y="43465"/>
                </a:cubicBezTo>
                <a:cubicBezTo>
                  <a:pt x="16079" y="46100"/>
                  <a:pt x="15612" y="48869"/>
                  <a:pt x="16446" y="51437"/>
                </a:cubicBezTo>
                <a:cubicBezTo>
                  <a:pt x="17046" y="53238"/>
                  <a:pt x="18181" y="54739"/>
                  <a:pt x="19448" y="56107"/>
                </a:cubicBezTo>
                <a:cubicBezTo>
                  <a:pt x="23932" y="60782"/>
                  <a:pt x="30436" y="63219"/>
                  <a:pt x="36910" y="63219"/>
                </a:cubicBezTo>
                <a:cubicBezTo>
                  <a:pt x="41754" y="63219"/>
                  <a:pt x="46583" y="61855"/>
                  <a:pt x="50537" y="59042"/>
                </a:cubicBezTo>
                <a:cubicBezTo>
                  <a:pt x="56375" y="54873"/>
                  <a:pt x="60044" y="48301"/>
                  <a:pt x="65548" y="43732"/>
                </a:cubicBezTo>
                <a:cubicBezTo>
                  <a:pt x="70526" y="39593"/>
                  <a:pt x="76988" y="37341"/>
                  <a:pt x="83454" y="37341"/>
                </a:cubicBezTo>
                <a:cubicBezTo>
                  <a:pt x="84180" y="37341"/>
                  <a:pt x="84905" y="37370"/>
                  <a:pt x="85629" y="37427"/>
                </a:cubicBezTo>
                <a:cubicBezTo>
                  <a:pt x="89591" y="37744"/>
                  <a:pt x="93614" y="38905"/>
                  <a:pt x="97525" y="38905"/>
                </a:cubicBezTo>
                <a:cubicBezTo>
                  <a:pt x="97730" y="38905"/>
                  <a:pt x="97934" y="38901"/>
                  <a:pt x="98138" y="38895"/>
                </a:cubicBezTo>
                <a:lnTo>
                  <a:pt x="981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62;p9"/>
          <p:cNvSpPr/>
          <p:nvPr/>
        </p:nvSpPr>
        <p:spPr>
          <a:xfrm>
            <a:off x="10025734" y="4523401"/>
            <a:ext cx="2556300" cy="2462900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63;p9"/>
          <p:cNvSpPr/>
          <p:nvPr/>
        </p:nvSpPr>
        <p:spPr>
          <a:xfrm rot="-1037058">
            <a:off x="-224169" y="-188854"/>
            <a:ext cx="2636249" cy="703836"/>
          </a:xfrm>
          <a:custGeom>
            <a:avLst/>
            <a:gdLst/>
            <a:ahLst/>
            <a:cxnLst/>
            <a:rect l="l" t="t" r="r" b="b"/>
            <a:pathLst>
              <a:path w="79091" h="21116" extrusionOk="0">
                <a:moveTo>
                  <a:pt x="267" y="434"/>
                </a:moveTo>
                <a:cubicBezTo>
                  <a:pt x="1" y="7006"/>
                  <a:pt x="3503" y="13044"/>
                  <a:pt x="8874" y="16713"/>
                </a:cubicBezTo>
                <a:cubicBezTo>
                  <a:pt x="15178" y="21116"/>
                  <a:pt x="22683" y="19982"/>
                  <a:pt x="29355" y="17113"/>
                </a:cubicBezTo>
                <a:cubicBezTo>
                  <a:pt x="33358" y="15379"/>
                  <a:pt x="37160" y="13177"/>
                  <a:pt x="41063" y="11342"/>
                </a:cubicBezTo>
                <a:cubicBezTo>
                  <a:pt x="45733" y="9207"/>
                  <a:pt x="50703" y="8040"/>
                  <a:pt x="55840" y="7873"/>
                </a:cubicBezTo>
                <a:cubicBezTo>
                  <a:pt x="60644" y="7740"/>
                  <a:pt x="65214" y="9207"/>
                  <a:pt x="69984" y="9474"/>
                </a:cubicBezTo>
                <a:cubicBezTo>
                  <a:pt x="73320" y="9674"/>
                  <a:pt x="76755" y="8574"/>
                  <a:pt x="78857" y="5905"/>
                </a:cubicBezTo>
                <a:cubicBezTo>
                  <a:pt x="79090" y="5572"/>
                  <a:pt x="78657" y="5171"/>
                  <a:pt x="78390" y="5471"/>
                </a:cubicBezTo>
                <a:cubicBezTo>
                  <a:pt x="75655" y="9007"/>
                  <a:pt x="71151" y="9141"/>
                  <a:pt x="67048" y="8540"/>
                </a:cubicBezTo>
                <a:cubicBezTo>
                  <a:pt x="63012" y="7973"/>
                  <a:pt x="59176" y="7173"/>
                  <a:pt x="55040" y="7239"/>
                </a:cubicBezTo>
                <a:cubicBezTo>
                  <a:pt x="47334" y="7506"/>
                  <a:pt x="40663" y="10675"/>
                  <a:pt x="33891" y="14144"/>
                </a:cubicBezTo>
                <a:cubicBezTo>
                  <a:pt x="26986" y="17680"/>
                  <a:pt x="19281" y="20916"/>
                  <a:pt x="11609" y="17513"/>
                </a:cubicBezTo>
                <a:cubicBezTo>
                  <a:pt x="5004" y="14578"/>
                  <a:pt x="501" y="7506"/>
                  <a:pt x="801" y="334"/>
                </a:cubicBezTo>
                <a:cubicBezTo>
                  <a:pt x="868" y="1"/>
                  <a:pt x="267" y="1"/>
                  <a:pt x="267" y="43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3262633" y="2493531"/>
            <a:ext cx="6486000" cy="8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 sz="6000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3259433" y="3677551"/>
            <a:ext cx="6489200" cy="182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1030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882500" y="1244900"/>
            <a:ext cx="5460000" cy="16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79124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/>
          <p:nvPr/>
        </p:nvSpPr>
        <p:spPr>
          <a:xfrm>
            <a:off x="3726168" y="5741833"/>
            <a:ext cx="6329625" cy="1183184"/>
          </a:xfrm>
          <a:custGeom>
            <a:avLst/>
            <a:gdLst/>
            <a:ahLst/>
            <a:cxnLst/>
            <a:rect l="l" t="t" r="r" b="b"/>
            <a:pathLst>
              <a:path w="85129" h="15913" extrusionOk="0">
                <a:moveTo>
                  <a:pt x="81192" y="11976"/>
                </a:moveTo>
                <a:cubicBezTo>
                  <a:pt x="76022" y="6973"/>
                  <a:pt x="68016" y="4037"/>
                  <a:pt x="61511" y="7073"/>
                </a:cubicBezTo>
                <a:cubicBezTo>
                  <a:pt x="58643" y="8407"/>
                  <a:pt x="56207" y="10575"/>
                  <a:pt x="53005" y="11075"/>
                </a:cubicBezTo>
                <a:cubicBezTo>
                  <a:pt x="51437" y="11342"/>
                  <a:pt x="49803" y="11242"/>
                  <a:pt x="48202" y="10975"/>
                </a:cubicBezTo>
                <a:cubicBezTo>
                  <a:pt x="46434" y="10608"/>
                  <a:pt x="44666" y="10008"/>
                  <a:pt x="43031" y="9241"/>
                </a:cubicBezTo>
                <a:cubicBezTo>
                  <a:pt x="38795" y="7239"/>
                  <a:pt x="34992" y="4304"/>
                  <a:pt x="30689" y="2403"/>
                </a:cubicBezTo>
                <a:cubicBezTo>
                  <a:pt x="26353" y="568"/>
                  <a:pt x="21016" y="1"/>
                  <a:pt x="17180" y="2803"/>
                </a:cubicBezTo>
                <a:cubicBezTo>
                  <a:pt x="15745" y="3870"/>
                  <a:pt x="14611" y="5338"/>
                  <a:pt x="13143" y="6405"/>
                </a:cubicBezTo>
                <a:cubicBezTo>
                  <a:pt x="10942" y="8040"/>
                  <a:pt x="8140" y="8640"/>
                  <a:pt x="5671" y="9741"/>
                </a:cubicBezTo>
                <a:cubicBezTo>
                  <a:pt x="3336" y="10842"/>
                  <a:pt x="1335" y="13210"/>
                  <a:pt x="1" y="15912"/>
                </a:cubicBezTo>
                <a:lnTo>
                  <a:pt x="44032" y="15912"/>
                </a:lnTo>
                <a:lnTo>
                  <a:pt x="85128" y="15912"/>
                </a:lnTo>
                <a:cubicBezTo>
                  <a:pt x="83727" y="14678"/>
                  <a:pt x="82526" y="13244"/>
                  <a:pt x="81192" y="1197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11"/>
          <p:cNvSpPr/>
          <p:nvPr/>
        </p:nvSpPr>
        <p:spPr>
          <a:xfrm rot="5400000">
            <a:off x="-628181" y="5112391"/>
            <a:ext cx="2994905" cy="1947467"/>
          </a:xfrm>
          <a:custGeom>
            <a:avLst/>
            <a:gdLst/>
            <a:ahLst/>
            <a:cxnLst/>
            <a:rect l="l" t="t" r="r" b="b"/>
            <a:pathLst>
              <a:path w="27509" h="17888" extrusionOk="0">
                <a:moveTo>
                  <a:pt x="18162" y="0"/>
                </a:moveTo>
                <a:cubicBezTo>
                  <a:pt x="18036" y="0"/>
                  <a:pt x="17908" y="3"/>
                  <a:pt x="17780" y="8"/>
                </a:cubicBezTo>
                <a:cubicBezTo>
                  <a:pt x="15078" y="74"/>
                  <a:pt x="12443" y="1209"/>
                  <a:pt x="10174" y="2710"/>
                </a:cubicBezTo>
                <a:cubicBezTo>
                  <a:pt x="4971" y="6112"/>
                  <a:pt x="1301" y="11749"/>
                  <a:pt x="1" y="17887"/>
                </a:cubicBezTo>
                <a:lnTo>
                  <a:pt x="23818" y="17887"/>
                </a:lnTo>
                <a:cubicBezTo>
                  <a:pt x="25586" y="15619"/>
                  <a:pt x="26786" y="13150"/>
                  <a:pt x="26987" y="10782"/>
                </a:cubicBezTo>
                <a:cubicBezTo>
                  <a:pt x="27509" y="5200"/>
                  <a:pt x="23973" y="0"/>
                  <a:pt x="18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11"/>
          <p:cNvSpPr/>
          <p:nvPr/>
        </p:nvSpPr>
        <p:spPr>
          <a:xfrm flipH="1">
            <a:off x="-41300" y="-53300"/>
            <a:ext cx="4685763" cy="3018544"/>
          </a:xfrm>
          <a:custGeom>
            <a:avLst/>
            <a:gdLst/>
            <a:ahLst/>
            <a:cxnLst/>
            <a:rect l="l" t="t" r="r" b="b"/>
            <a:pathLst>
              <a:path w="98138" h="63220" extrusionOk="0">
                <a:moveTo>
                  <a:pt x="2536" y="0"/>
                </a:moveTo>
                <a:cubicBezTo>
                  <a:pt x="768" y="2535"/>
                  <a:pt x="1" y="5704"/>
                  <a:pt x="535" y="8740"/>
                </a:cubicBezTo>
                <a:cubicBezTo>
                  <a:pt x="2036" y="17146"/>
                  <a:pt x="12410" y="20982"/>
                  <a:pt x="15879" y="28721"/>
                </a:cubicBezTo>
                <a:cubicBezTo>
                  <a:pt x="17914" y="33257"/>
                  <a:pt x="17280" y="38561"/>
                  <a:pt x="16513" y="43465"/>
                </a:cubicBezTo>
                <a:cubicBezTo>
                  <a:pt x="16079" y="46100"/>
                  <a:pt x="15612" y="48869"/>
                  <a:pt x="16446" y="51437"/>
                </a:cubicBezTo>
                <a:cubicBezTo>
                  <a:pt x="17046" y="53238"/>
                  <a:pt x="18181" y="54739"/>
                  <a:pt x="19448" y="56107"/>
                </a:cubicBezTo>
                <a:cubicBezTo>
                  <a:pt x="23932" y="60782"/>
                  <a:pt x="30436" y="63219"/>
                  <a:pt x="36910" y="63219"/>
                </a:cubicBezTo>
                <a:cubicBezTo>
                  <a:pt x="41754" y="63219"/>
                  <a:pt x="46583" y="61855"/>
                  <a:pt x="50537" y="59042"/>
                </a:cubicBezTo>
                <a:cubicBezTo>
                  <a:pt x="56375" y="54873"/>
                  <a:pt x="60044" y="48301"/>
                  <a:pt x="65548" y="43732"/>
                </a:cubicBezTo>
                <a:cubicBezTo>
                  <a:pt x="70526" y="39593"/>
                  <a:pt x="76988" y="37341"/>
                  <a:pt x="83454" y="37341"/>
                </a:cubicBezTo>
                <a:cubicBezTo>
                  <a:pt x="84180" y="37341"/>
                  <a:pt x="84905" y="37370"/>
                  <a:pt x="85629" y="37427"/>
                </a:cubicBezTo>
                <a:cubicBezTo>
                  <a:pt x="89591" y="37744"/>
                  <a:pt x="93614" y="38905"/>
                  <a:pt x="97525" y="38905"/>
                </a:cubicBezTo>
                <a:cubicBezTo>
                  <a:pt x="97730" y="38905"/>
                  <a:pt x="97934" y="38901"/>
                  <a:pt x="98138" y="38895"/>
                </a:cubicBezTo>
                <a:lnTo>
                  <a:pt x="981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72;p11"/>
          <p:cNvSpPr/>
          <p:nvPr/>
        </p:nvSpPr>
        <p:spPr>
          <a:xfrm>
            <a:off x="9030167" y="5200433"/>
            <a:ext cx="3374667" cy="1724600"/>
          </a:xfrm>
          <a:custGeom>
            <a:avLst/>
            <a:gdLst/>
            <a:ahLst/>
            <a:cxnLst/>
            <a:rect l="l" t="t" r="r" b="b"/>
            <a:pathLst>
              <a:path w="101240" h="51738" extrusionOk="0">
                <a:moveTo>
                  <a:pt x="100572" y="234"/>
                </a:moveTo>
                <a:cubicBezTo>
                  <a:pt x="96369" y="2669"/>
                  <a:pt x="93000" y="6139"/>
                  <a:pt x="90531" y="10342"/>
                </a:cubicBezTo>
                <a:cubicBezTo>
                  <a:pt x="89364" y="12343"/>
                  <a:pt x="88530" y="14511"/>
                  <a:pt x="87930" y="16746"/>
                </a:cubicBezTo>
                <a:cubicBezTo>
                  <a:pt x="87162" y="19581"/>
                  <a:pt x="87029" y="22584"/>
                  <a:pt x="86162" y="25352"/>
                </a:cubicBezTo>
                <a:cubicBezTo>
                  <a:pt x="83827" y="32624"/>
                  <a:pt x="75354" y="33091"/>
                  <a:pt x="69150" y="31490"/>
                </a:cubicBezTo>
                <a:cubicBezTo>
                  <a:pt x="64513" y="30322"/>
                  <a:pt x="59476" y="27687"/>
                  <a:pt x="55206" y="31223"/>
                </a:cubicBezTo>
                <a:cubicBezTo>
                  <a:pt x="53572" y="32624"/>
                  <a:pt x="52671" y="34726"/>
                  <a:pt x="51737" y="36594"/>
                </a:cubicBezTo>
                <a:cubicBezTo>
                  <a:pt x="50369" y="39362"/>
                  <a:pt x="48702" y="41797"/>
                  <a:pt x="46133" y="43632"/>
                </a:cubicBezTo>
                <a:cubicBezTo>
                  <a:pt x="40162" y="47802"/>
                  <a:pt x="34692" y="43899"/>
                  <a:pt x="29488" y="40763"/>
                </a:cubicBezTo>
                <a:cubicBezTo>
                  <a:pt x="20582" y="35326"/>
                  <a:pt x="9307" y="37494"/>
                  <a:pt x="3002" y="45700"/>
                </a:cubicBezTo>
                <a:cubicBezTo>
                  <a:pt x="1701" y="47368"/>
                  <a:pt x="801" y="49236"/>
                  <a:pt x="134" y="51204"/>
                </a:cubicBezTo>
                <a:cubicBezTo>
                  <a:pt x="0" y="51571"/>
                  <a:pt x="567" y="51738"/>
                  <a:pt x="701" y="51371"/>
                </a:cubicBezTo>
                <a:cubicBezTo>
                  <a:pt x="2702" y="45667"/>
                  <a:pt x="7139" y="41297"/>
                  <a:pt x="12843" y="39296"/>
                </a:cubicBezTo>
                <a:cubicBezTo>
                  <a:pt x="19181" y="37061"/>
                  <a:pt x="25485" y="38862"/>
                  <a:pt x="30889" y="42364"/>
                </a:cubicBezTo>
                <a:cubicBezTo>
                  <a:pt x="35092" y="45033"/>
                  <a:pt x="39195" y="47301"/>
                  <a:pt x="44198" y="45400"/>
                </a:cubicBezTo>
                <a:cubicBezTo>
                  <a:pt x="48802" y="43665"/>
                  <a:pt x="51037" y="39462"/>
                  <a:pt x="53138" y="35359"/>
                </a:cubicBezTo>
                <a:cubicBezTo>
                  <a:pt x="54639" y="32457"/>
                  <a:pt x="56574" y="30222"/>
                  <a:pt x="60076" y="30056"/>
                </a:cubicBezTo>
                <a:cubicBezTo>
                  <a:pt x="63345" y="29889"/>
                  <a:pt x="66648" y="31523"/>
                  <a:pt x="69717" y="32324"/>
                </a:cubicBezTo>
                <a:cubicBezTo>
                  <a:pt x="74220" y="33458"/>
                  <a:pt x="79724" y="33491"/>
                  <a:pt x="83493" y="30322"/>
                </a:cubicBezTo>
                <a:cubicBezTo>
                  <a:pt x="87729" y="26787"/>
                  <a:pt x="87396" y="21216"/>
                  <a:pt x="88730" y="16312"/>
                </a:cubicBezTo>
                <a:cubicBezTo>
                  <a:pt x="90231" y="10809"/>
                  <a:pt x="93800" y="5938"/>
                  <a:pt x="98304" y="2469"/>
                </a:cubicBezTo>
                <a:cubicBezTo>
                  <a:pt x="99138" y="1835"/>
                  <a:pt x="100038" y="1302"/>
                  <a:pt x="100906" y="768"/>
                </a:cubicBezTo>
                <a:cubicBezTo>
                  <a:pt x="101239" y="568"/>
                  <a:pt x="100906" y="1"/>
                  <a:pt x="100572" y="2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5234033" y="1875800"/>
            <a:ext cx="6069200" cy="2618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5236209" y="4456833"/>
            <a:ext cx="6064800" cy="39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0142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10554900" y="5591201"/>
            <a:ext cx="2051347" cy="1333908"/>
          </a:xfrm>
          <a:custGeom>
            <a:avLst/>
            <a:gdLst/>
            <a:ahLst/>
            <a:cxnLst/>
            <a:rect l="l" t="t" r="r" b="b"/>
            <a:pathLst>
              <a:path w="27509" h="17888" extrusionOk="0">
                <a:moveTo>
                  <a:pt x="18162" y="0"/>
                </a:moveTo>
                <a:cubicBezTo>
                  <a:pt x="18036" y="0"/>
                  <a:pt x="17908" y="3"/>
                  <a:pt x="17780" y="8"/>
                </a:cubicBezTo>
                <a:cubicBezTo>
                  <a:pt x="15078" y="74"/>
                  <a:pt x="12443" y="1209"/>
                  <a:pt x="10174" y="2710"/>
                </a:cubicBezTo>
                <a:cubicBezTo>
                  <a:pt x="4971" y="6112"/>
                  <a:pt x="1301" y="11749"/>
                  <a:pt x="1" y="17887"/>
                </a:cubicBezTo>
                <a:lnTo>
                  <a:pt x="23818" y="17887"/>
                </a:lnTo>
                <a:cubicBezTo>
                  <a:pt x="25586" y="15619"/>
                  <a:pt x="26786" y="13150"/>
                  <a:pt x="26987" y="10782"/>
                </a:cubicBezTo>
                <a:cubicBezTo>
                  <a:pt x="27509" y="5200"/>
                  <a:pt x="23973" y="0"/>
                  <a:pt x="18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8" name="Google Shape;78;p13"/>
          <p:cNvSpPr/>
          <p:nvPr/>
        </p:nvSpPr>
        <p:spPr>
          <a:xfrm rot="5400000">
            <a:off x="284013" y="4507601"/>
            <a:ext cx="1333908" cy="3961591"/>
          </a:xfrm>
          <a:custGeom>
            <a:avLst/>
            <a:gdLst/>
            <a:ahLst/>
            <a:cxnLst/>
            <a:rect l="l" t="t" r="r" b="b"/>
            <a:pathLst>
              <a:path w="8941" h="26554" extrusionOk="0">
                <a:moveTo>
                  <a:pt x="4437" y="535"/>
                </a:moveTo>
                <a:cubicBezTo>
                  <a:pt x="2269" y="1335"/>
                  <a:pt x="701" y="3570"/>
                  <a:pt x="334" y="5938"/>
                </a:cubicBezTo>
                <a:cubicBezTo>
                  <a:pt x="0" y="8340"/>
                  <a:pt x="834" y="10775"/>
                  <a:pt x="2402" y="12510"/>
                </a:cubicBezTo>
                <a:cubicBezTo>
                  <a:pt x="3469" y="13711"/>
                  <a:pt x="4870" y="14611"/>
                  <a:pt x="5571" y="16079"/>
                </a:cubicBezTo>
                <a:cubicBezTo>
                  <a:pt x="6538" y="18181"/>
                  <a:pt x="5804" y="20682"/>
                  <a:pt x="5237" y="22917"/>
                </a:cubicBezTo>
                <a:cubicBezTo>
                  <a:pt x="4937" y="24085"/>
                  <a:pt x="4670" y="25352"/>
                  <a:pt x="4670" y="26553"/>
                </a:cubicBezTo>
                <a:lnTo>
                  <a:pt x="8940" y="26553"/>
                </a:lnTo>
                <a:lnTo>
                  <a:pt x="8940" y="434"/>
                </a:lnTo>
                <a:cubicBezTo>
                  <a:pt x="7406" y="68"/>
                  <a:pt x="5871" y="1"/>
                  <a:pt x="4437" y="5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13"/>
          <p:cNvSpPr/>
          <p:nvPr/>
        </p:nvSpPr>
        <p:spPr>
          <a:xfrm>
            <a:off x="-908633" y="-1132176"/>
            <a:ext cx="3719207" cy="2688032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p13"/>
          <p:cNvSpPr/>
          <p:nvPr/>
        </p:nvSpPr>
        <p:spPr>
          <a:xfrm>
            <a:off x="9837234" y="5287301"/>
            <a:ext cx="2556300" cy="2462900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2"/>
          </p:nvPr>
        </p:nvSpPr>
        <p:spPr>
          <a:xfrm>
            <a:off x="2264000" y="2143667"/>
            <a:ext cx="3655600" cy="71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1"/>
          </p:nvPr>
        </p:nvSpPr>
        <p:spPr>
          <a:xfrm>
            <a:off x="2265200" y="3073099"/>
            <a:ext cx="3653200" cy="6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3" hasCustomPrompt="1"/>
          </p:nvPr>
        </p:nvSpPr>
        <p:spPr>
          <a:xfrm>
            <a:off x="1087144" y="2196467"/>
            <a:ext cx="905200" cy="93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4"/>
          </p:nvPr>
        </p:nvSpPr>
        <p:spPr>
          <a:xfrm>
            <a:off x="2229127" y="4202867"/>
            <a:ext cx="3655600" cy="71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5"/>
          </p:nvPr>
        </p:nvSpPr>
        <p:spPr>
          <a:xfrm>
            <a:off x="2230328" y="5131688"/>
            <a:ext cx="3653200" cy="6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6" hasCustomPrompt="1"/>
          </p:nvPr>
        </p:nvSpPr>
        <p:spPr>
          <a:xfrm>
            <a:off x="1085088" y="4230467"/>
            <a:ext cx="905200" cy="93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7"/>
          </p:nvPr>
        </p:nvSpPr>
        <p:spPr>
          <a:xfrm>
            <a:off x="7580101" y="2168867"/>
            <a:ext cx="3660800" cy="71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R="609585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8"/>
          </p:nvPr>
        </p:nvSpPr>
        <p:spPr>
          <a:xfrm>
            <a:off x="7581237" y="3072384"/>
            <a:ext cx="3658800" cy="6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9" hasCustomPrompt="1"/>
          </p:nvPr>
        </p:nvSpPr>
        <p:spPr>
          <a:xfrm>
            <a:off x="6439191" y="2196481"/>
            <a:ext cx="902800" cy="93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13"/>
          </p:nvPr>
        </p:nvSpPr>
        <p:spPr>
          <a:xfrm>
            <a:off x="7580101" y="4202867"/>
            <a:ext cx="3660800" cy="71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R="609585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4"/>
          </p:nvPr>
        </p:nvSpPr>
        <p:spPr>
          <a:xfrm>
            <a:off x="7581237" y="5132880"/>
            <a:ext cx="3658800" cy="67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15" hasCustomPrompt="1"/>
          </p:nvPr>
        </p:nvSpPr>
        <p:spPr>
          <a:xfrm>
            <a:off x="6439191" y="4230475"/>
            <a:ext cx="902800" cy="93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998344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 rot="10800000">
            <a:off x="9501691" y="-39849"/>
            <a:ext cx="2823616" cy="1836084"/>
          </a:xfrm>
          <a:custGeom>
            <a:avLst/>
            <a:gdLst/>
            <a:ahLst/>
            <a:cxnLst/>
            <a:rect l="l" t="t" r="r" b="b"/>
            <a:pathLst>
              <a:path w="27509" h="17888" extrusionOk="0">
                <a:moveTo>
                  <a:pt x="18162" y="0"/>
                </a:moveTo>
                <a:cubicBezTo>
                  <a:pt x="18036" y="0"/>
                  <a:pt x="17908" y="3"/>
                  <a:pt x="17780" y="8"/>
                </a:cubicBezTo>
                <a:cubicBezTo>
                  <a:pt x="15078" y="74"/>
                  <a:pt x="12443" y="1209"/>
                  <a:pt x="10174" y="2710"/>
                </a:cubicBezTo>
                <a:cubicBezTo>
                  <a:pt x="4971" y="6112"/>
                  <a:pt x="1301" y="11749"/>
                  <a:pt x="1" y="17887"/>
                </a:cubicBezTo>
                <a:lnTo>
                  <a:pt x="23818" y="17887"/>
                </a:lnTo>
                <a:cubicBezTo>
                  <a:pt x="25586" y="15619"/>
                  <a:pt x="26786" y="13150"/>
                  <a:pt x="26987" y="10782"/>
                </a:cubicBezTo>
                <a:cubicBezTo>
                  <a:pt x="27509" y="5200"/>
                  <a:pt x="23973" y="0"/>
                  <a:pt x="18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" name="Google Shape;96;p14"/>
          <p:cNvSpPr/>
          <p:nvPr/>
        </p:nvSpPr>
        <p:spPr>
          <a:xfrm rot="10800000">
            <a:off x="-4124256" y="3510346"/>
            <a:ext cx="6245503" cy="4023321"/>
          </a:xfrm>
          <a:custGeom>
            <a:avLst/>
            <a:gdLst/>
            <a:ahLst/>
            <a:cxnLst/>
            <a:rect l="l" t="t" r="r" b="b"/>
            <a:pathLst>
              <a:path w="98138" h="63220" extrusionOk="0">
                <a:moveTo>
                  <a:pt x="2536" y="0"/>
                </a:moveTo>
                <a:cubicBezTo>
                  <a:pt x="768" y="2535"/>
                  <a:pt x="1" y="5704"/>
                  <a:pt x="535" y="8740"/>
                </a:cubicBezTo>
                <a:cubicBezTo>
                  <a:pt x="2036" y="17146"/>
                  <a:pt x="12410" y="20982"/>
                  <a:pt x="15879" y="28721"/>
                </a:cubicBezTo>
                <a:cubicBezTo>
                  <a:pt x="17914" y="33257"/>
                  <a:pt x="17280" y="38561"/>
                  <a:pt x="16513" y="43465"/>
                </a:cubicBezTo>
                <a:cubicBezTo>
                  <a:pt x="16079" y="46100"/>
                  <a:pt x="15612" y="48869"/>
                  <a:pt x="16446" y="51437"/>
                </a:cubicBezTo>
                <a:cubicBezTo>
                  <a:pt x="17046" y="53238"/>
                  <a:pt x="18181" y="54739"/>
                  <a:pt x="19448" y="56107"/>
                </a:cubicBezTo>
                <a:cubicBezTo>
                  <a:pt x="23932" y="60782"/>
                  <a:pt x="30436" y="63219"/>
                  <a:pt x="36910" y="63219"/>
                </a:cubicBezTo>
                <a:cubicBezTo>
                  <a:pt x="41754" y="63219"/>
                  <a:pt x="46583" y="61855"/>
                  <a:pt x="50537" y="59042"/>
                </a:cubicBezTo>
                <a:cubicBezTo>
                  <a:pt x="56375" y="54873"/>
                  <a:pt x="60044" y="48301"/>
                  <a:pt x="65548" y="43732"/>
                </a:cubicBezTo>
                <a:cubicBezTo>
                  <a:pt x="70526" y="39593"/>
                  <a:pt x="76988" y="37341"/>
                  <a:pt x="83454" y="37341"/>
                </a:cubicBezTo>
                <a:cubicBezTo>
                  <a:pt x="84180" y="37341"/>
                  <a:pt x="84905" y="37370"/>
                  <a:pt x="85629" y="37427"/>
                </a:cubicBezTo>
                <a:cubicBezTo>
                  <a:pt x="89591" y="37744"/>
                  <a:pt x="93614" y="38905"/>
                  <a:pt x="97525" y="38905"/>
                </a:cubicBezTo>
                <a:cubicBezTo>
                  <a:pt x="97730" y="38905"/>
                  <a:pt x="97934" y="38901"/>
                  <a:pt x="98138" y="38895"/>
                </a:cubicBezTo>
                <a:lnTo>
                  <a:pt x="981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7" name="Google Shape;97;p14"/>
          <p:cNvSpPr/>
          <p:nvPr/>
        </p:nvSpPr>
        <p:spPr>
          <a:xfrm rot="10800000">
            <a:off x="-4461853" y="2623459"/>
            <a:ext cx="7829120" cy="4910208"/>
          </a:xfrm>
          <a:custGeom>
            <a:avLst/>
            <a:gdLst/>
            <a:ahLst/>
            <a:cxnLst/>
            <a:rect l="l" t="t" r="r" b="b"/>
            <a:pathLst>
              <a:path w="123022" h="77156" extrusionOk="0">
                <a:moveTo>
                  <a:pt x="5338" y="334"/>
                </a:moveTo>
                <a:cubicBezTo>
                  <a:pt x="0" y="9707"/>
                  <a:pt x="4504" y="20548"/>
                  <a:pt x="12242" y="26986"/>
                </a:cubicBezTo>
                <a:cubicBezTo>
                  <a:pt x="16345" y="30355"/>
                  <a:pt x="21582" y="31990"/>
                  <a:pt x="25519" y="35626"/>
                </a:cubicBezTo>
                <a:cubicBezTo>
                  <a:pt x="30622" y="40363"/>
                  <a:pt x="29121" y="47801"/>
                  <a:pt x="27754" y="53806"/>
                </a:cubicBezTo>
                <a:cubicBezTo>
                  <a:pt x="26586" y="58876"/>
                  <a:pt x="25585" y="64380"/>
                  <a:pt x="28521" y="69083"/>
                </a:cubicBezTo>
                <a:cubicBezTo>
                  <a:pt x="31089" y="73253"/>
                  <a:pt x="36526" y="75421"/>
                  <a:pt x="41130" y="76088"/>
                </a:cubicBezTo>
                <a:cubicBezTo>
                  <a:pt x="46600" y="76889"/>
                  <a:pt x="51537" y="74254"/>
                  <a:pt x="55907" y="71351"/>
                </a:cubicBezTo>
                <a:cubicBezTo>
                  <a:pt x="60977" y="67982"/>
                  <a:pt x="65614" y="63913"/>
                  <a:pt x="71451" y="61845"/>
                </a:cubicBezTo>
                <a:cubicBezTo>
                  <a:pt x="76121" y="60177"/>
                  <a:pt x="81225" y="60143"/>
                  <a:pt x="86095" y="60577"/>
                </a:cubicBezTo>
                <a:cubicBezTo>
                  <a:pt x="91466" y="61077"/>
                  <a:pt x="97103" y="62145"/>
                  <a:pt x="102007" y="64413"/>
                </a:cubicBezTo>
                <a:cubicBezTo>
                  <a:pt x="109412" y="67849"/>
                  <a:pt x="114315" y="75221"/>
                  <a:pt x="122488" y="77056"/>
                </a:cubicBezTo>
                <a:cubicBezTo>
                  <a:pt x="122855" y="77156"/>
                  <a:pt x="123022" y="76555"/>
                  <a:pt x="122655" y="76488"/>
                </a:cubicBezTo>
                <a:cubicBezTo>
                  <a:pt x="117184" y="75254"/>
                  <a:pt x="113014" y="71418"/>
                  <a:pt x="108745" y="68082"/>
                </a:cubicBezTo>
                <a:cubicBezTo>
                  <a:pt x="104342" y="64680"/>
                  <a:pt x="99772" y="62545"/>
                  <a:pt x="94334" y="61344"/>
                </a:cubicBezTo>
                <a:cubicBezTo>
                  <a:pt x="88497" y="60043"/>
                  <a:pt x="82393" y="59343"/>
                  <a:pt x="76422" y="60077"/>
                </a:cubicBezTo>
                <a:cubicBezTo>
                  <a:pt x="70751" y="60811"/>
                  <a:pt x="65947" y="63546"/>
                  <a:pt x="61378" y="66748"/>
                </a:cubicBezTo>
                <a:cubicBezTo>
                  <a:pt x="56441" y="70217"/>
                  <a:pt x="51571" y="74354"/>
                  <a:pt x="45466" y="75488"/>
                </a:cubicBezTo>
                <a:cubicBezTo>
                  <a:pt x="39295" y="76655"/>
                  <a:pt x="31423" y="73320"/>
                  <a:pt x="28421" y="67716"/>
                </a:cubicBezTo>
                <a:cubicBezTo>
                  <a:pt x="25252" y="61811"/>
                  <a:pt x="28621" y="54239"/>
                  <a:pt x="29521" y="48168"/>
                </a:cubicBezTo>
                <a:cubicBezTo>
                  <a:pt x="30189" y="43398"/>
                  <a:pt x="29388" y="38695"/>
                  <a:pt x="25919" y="35192"/>
                </a:cubicBezTo>
                <a:cubicBezTo>
                  <a:pt x="23717" y="32991"/>
                  <a:pt x="20749" y="31556"/>
                  <a:pt x="18047" y="30122"/>
                </a:cubicBezTo>
                <a:cubicBezTo>
                  <a:pt x="14778" y="28321"/>
                  <a:pt x="11842" y="26152"/>
                  <a:pt x="9340" y="23384"/>
                </a:cubicBezTo>
                <a:cubicBezTo>
                  <a:pt x="3736" y="17313"/>
                  <a:pt x="1602" y="8106"/>
                  <a:pt x="5871" y="701"/>
                </a:cubicBezTo>
                <a:cubicBezTo>
                  <a:pt x="6071" y="301"/>
                  <a:pt x="5538" y="0"/>
                  <a:pt x="5338" y="33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2127600" y="4209733"/>
            <a:ext cx="7936800" cy="49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2127600" y="2149067"/>
            <a:ext cx="7935200" cy="172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0967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 rot="10800000" flipH="1">
            <a:off x="8968800" y="-311100"/>
            <a:ext cx="3929613" cy="2008431"/>
          </a:xfrm>
          <a:custGeom>
            <a:avLst/>
            <a:gdLst/>
            <a:ahLst/>
            <a:cxnLst/>
            <a:rect l="l" t="t" r="r" b="b"/>
            <a:pathLst>
              <a:path w="48102" h="24585" extrusionOk="0">
                <a:moveTo>
                  <a:pt x="46834" y="4870"/>
                </a:moveTo>
                <a:cubicBezTo>
                  <a:pt x="45533" y="1835"/>
                  <a:pt x="41997" y="0"/>
                  <a:pt x="38762" y="601"/>
                </a:cubicBezTo>
                <a:cubicBezTo>
                  <a:pt x="35626" y="1168"/>
                  <a:pt x="33358" y="3536"/>
                  <a:pt x="31023" y="5838"/>
                </a:cubicBezTo>
                <a:cubicBezTo>
                  <a:pt x="29121" y="7706"/>
                  <a:pt x="27153" y="9540"/>
                  <a:pt x="24652" y="10308"/>
                </a:cubicBezTo>
                <a:cubicBezTo>
                  <a:pt x="19314" y="11875"/>
                  <a:pt x="13544" y="7939"/>
                  <a:pt x="8173" y="9273"/>
                </a:cubicBezTo>
                <a:cubicBezTo>
                  <a:pt x="4671" y="10141"/>
                  <a:pt x="2202" y="13043"/>
                  <a:pt x="968" y="16512"/>
                </a:cubicBezTo>
                <a:cubicBezTo>
                  <a:pt x="368" y="18146"/>
                  <a:pt x="34" y="19881"/>
                  <a:pt x="1" y="21582"/>
                </a:cubicBezTo>
                <a:cubicBezTo>
                  <a:pt x="1" y="22583"/>
                  <a:pt x="34" y="23584"/>
                  <a:pt x="268" y="24584"/>
                </a:cubicBezTo>
                <a:lnTo>
                  <a:pt x="7439" y="24584"/>
                </a:lnTo>
                <a:lnTo>
                  <a:pt x="37194" y="24584"/>
                </a:lnTo>
                <a:cubicBezTo>
                  <a:pt x="37928" y="23384"/>
                  <a:pt x="38795" y="22216"/>
                  <a:pt x="39696" y="21149"/>
                </a:cubicBezTo>
                <a:cubicBezTo>
                  <a:pt x="41764" y="18747"/>
                  <a:pt x="44032" y="16545"/>
                  <a:pt x="45667" y="13843"/>
                </a:cubicBezTo>
                <a:cubicBezTo>
                  <a:pt x="47268" y="11175"/>
                  <a:pt x="48102" y="7772"/>
                  <a:pt x="46834" y="487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102;p15"/>
          <p:cNvSpPr/>
          <p:nvPr/>
        </p:nvSpPr>
        <p:spPr>
          <a:xfrm rot="10800000" flipH="1">
            <a:off x="-1064333" y="4265693"/>
            <a:ext cx="4100724" cy="2963772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103;p15"/>
          <p:cNvSpPr/>
          <p:nvPr/>
        </p:nvSpPr>
        <p:spPr>
          <a:xfrm rot="10369521" flipH="1">
            <a:off x="-237113" y="4543804"/>
            <a:ext cx="2874479" cy="2597441"/>
          </a:xfrm>
          <a:custGeom>
            <a:avLst/>
            <a:gdLst/>
            <a:ahLst/>
            <a:cxnLst/>
            <a:rect l="l" t="t" r="r" b="b"/>
            <a:pathLst>
              <a:path w="69217" h="62546" extrusionOk="0">
                <a:moveTo>
                  <a:pt x="68549" y="368"/>
                </a:moveTo>
                <a:cubicBezTo>
                  <a:pt x="68015" y="5004"/>
                  <a:pt x="65680" y="9007"/>
                  <a:pt x="62211" y="12043"/>
                </a:cubicBezTo>
                <a:cubicBezTo>
                  <a:pt x="58542" y="15312"/>
                  <a:pt x="54005" y="16446"/>
                  <a:pt x="49202" y="16313"/>
                </a:cubicBezTo>
                <a:cubicBezTo>
                  <a:pt x="44932" y="16179"/>
                  <a:pt x="41163" y="16413"/>
                  <a:pt x="38327" y="19948"/>
                </a:cubicBezTo>
                <a:cubicBezTo>
                  <a:pt x="35592" y="23284"/>
                  <a:pt x="35559" y="27821"/>
                  <a:pt x="35259" y="31857"/>
                </a:cubicBezTo>
                <a:cubicBezTo>
                  <a:pt x="34825" y="37328"/>
                  <a:pt x="32824" y="41564"/>
                  <a:pt x="27553" y="43766"/>
                </a:cubicBezTo>
                <a:cubicBezTo>
                  <a:pt x="23550" y="45433"/>
                  <a:pt x="19080" y="45433"/>
                  <a:pt x="14844" y="45667"/>
                </a:cubicBezTo>
                <a:cubicBezTo>
                  <a:pt x="11141" y="45867"/>
                  <a:pt x="7305" y="46501"/>
                  <a:pt x="4470" y="49136"/>
                </a:cubicBezTo>
                <a:cubicBezTo>
                  <a:pt x="1201" y="52172"/>
                  <a:pt x="467" y="57942"/>
                  <a:pt x="33" y="62145"/>
                </a:cubicBezTo>
                <a:cubicBezTo>
                  <a:pt x="0" y="62546"/>
                  <a:pt x="634" y="62546"/>
                  <a:pt x="667" y="62145"/>
                </a:cubicBezTo>
                <a:cubicBezTo>
                  <a:pt x="1234" y="56541"/>
                  <a:pt x="2469" y="49803"/>
                  <a:pt x="8239" y="47468"/>
                </a:cubicBezTo>
                <a:cubicBezTo>
                  <a:pt x="12342" y="45800"/>
                  <a:pt x="17079" y="46367"/>
                  <a:pt x="21382" y="45867"/>
                </a:cubicBezTo>
                <a:cubicBezTo>
                  <a:pt x="24751" y="45500"/>
                  <a:pt x="28520" y="44633"/>
                  <a:pt x="31222" y="42398"/>
                </a:cubicBezTo>
                <a:cubicBezTo>
                  <a:pt x="34525" y="39696"/>
                  <a:pt x="35492" y="35993"/>
                  <a:pt x="35859" y="31857"/>
                </a:cubicBezTo>
                <a:cubicBezTo>
                  <a:pt x="36326" y="26720"/>
                  <a:pt x="36493" y="21016"/>
                  <a:pt x="41396" y="17980"/>
                </a:cubicBezTo>
                <a:cubicBezTo>
                  <a:pt x="43698" y="16613"/>
                  <a:pt x="46667" y="16813"/>
                  <a:pt x="49202" y="16880"/>
                </a:cubicBezTo>
                <a:cubicBezTo>
                  <a:pt x="51337" y="16946"/>
                  <a:pt x="53372" y="16846"/>
                  <a:pt x="55440" y="16313"/>
                </a:cubicBezTo>
                <a:cubicBezTo>
                  <a:pt x="62745" y="14478"/>
                  <a:pt x="68349" y="7706"/>
                  <a:pt x="69183" y="334"/>
                </a:cubicBezTo>
                <a:cubicBezTo>
                  <a:pt x="69216" y="1"/>
                  <a:pt x="68582" y="1"/>
                  <a:pt x="68549" y="3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104;p15"/>
          <p:cNvSpPr/>
          <p:nvPr/>
        </p:nvSpPr>
        <p:spPr>
          <a:xfrm rot="10800000" flipH="1">
            <a:off x="9757901" y="-199835"/>
            <a:ext cx="2556300" cy="2462900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2854600" y="1964317"/>
            <a:ext cx="6486000" cy="10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 sz="6000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9pPr>
          </a:lstStyle>
          <a:p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ubTitle" idx="1"/>
          </p:nvPr>
        </p:nvSpPr>
        <p:spPr>
          <a:xfrm>
            <a:off x="2851400" y="3148365"/>
            <a:ext cx="6489200" cy="167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0320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-28366" y="-80933"/>
            <a:ext cx="3514209" cy="1515736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9" name="Google Shape;109;p16"/>
          <p:cNvSpPr/>
          <p:nvPr/>
        </p:nvSpPr>
        <p:spPr>
          <a:xfrm rot="10800000">
            <a:off x="8045671" y="5967747"/>
            <a:ext cx="4448167" cy="1111487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0" name="Google Shape;110;p16"/>
          <p:cNvSpPr txBox="1">
            <a:spLocks noGrp="1"/>
          </p:cNvSpPr>
          <p:nvPr>
            <p:ph type="title"/>
          </p:nvPr>
        </p:nvSpPr>
        <p:spPr>
          <a:xfrm>
            <a:off x="1035065" y="430496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subTitle" idx="1"/>
          </p:nvPr>
        </p:nvSpPr>
        <p:spPr>
          <a:xfrm>
            <a:off x="1037665" y="4958543"/>
            <a:ext cx="3079200" cy="10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12" name="Google Shape;112;p16"/>
          <p:cNvSpPr txBox="1">
            <a:spLocks noGrp="1"/>
          </p:cNvSpPr>
          <p:nvPr>
            <p:ph type="title" idx="2"/>
          </p:nvPr>
        </p:nvSpPr>
        <p:spPr>
          <a:xfrm>
            <a:off x="4553800" y="430496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ubTitle" idx="3"/>
          </p:nvPr>
        </p:nvSpPr>
        <p:spPr>
          <a:xfrm>
            <a:off x="4553800" y="4958543"/>
            <a:ext cx="3084400" cy="10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title" idx="4"/>
          </p:nvPr>
        </p:nvSpPr>
        <p:spPr>
          <a:xfrm>
            <a:off x="8042468" y="430496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subTitle" idx="5"/>
          </p:nvPr>
        </p:nvSpPr>
        <p:spPr>
          <a:xfrm>
            <a:off x="8042468" y="4958543"/>
            <a:ext cx="3084400" cy="10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 idx="6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10332134" y="4673367"/>
            <a:ext cx="2556300" cy="2462900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96032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 flipH="1">
            <a:off x="7758142" y="-1345295"/>
            <a:ext cx="4855631" cy="5215683"/>
          </a:xfrm>
          <a:custGeom>
            <a:avLst/>
            <a:gdLst/>
            <a:ahLst/>
            <a:cxnLst/>
            <a:rect l="l" t="t" r="r" b="b"/>
            <a:pathLst>
              <a:path w="53539" h="57509" extrusionOk="0">
                <a:moveTo>
                  <a:pt x="8006" y="49169"/>
                </a:moveTo>
                <a:cubicBezTo>
                  <a:pt x="8307" y="47268"/>
                  <a:pt x="7973" y="45333"/>
                  <a:pt x="8273" y="43399"/>
                </a:cubicBezTo>
                <a:cubicBezTo>
                  <a:pt x="8707" y="40330"/>
                  <a:pt x="10942" y="37528"/>
                  <a:pt x="13844" y="36327"/>
                </a:cubicBezTo>
                <a:cubicBezTo>
                  <a:pt x="16646" y="35193"/>
                  <a:pt x="19815" y="35526"/>
                  <a:pt x="22817" y="35393"/>
                </a:cubicBezTo>
                <a:cubicBezTo>
                  <a:pt x="25819" y="35259"/>
                  <a:pt x="29188" y="34425"/>
                  <a:pt x="30789" y="31890"/>
                </a:cubicBezTo>
                <a:cubicBezTo>
                  <a:pt x="31523" y="30689"/>
                  <a:pt x="31790" y="29255"/>
                  <a:pt x="32057" y="27887"/>
                </a:cubicBezTo>
                <a:cubicBezTo>
                  <a:pt x="32524" y="25753"/>
                  <a:pt x="33058" y="23651"/>
                  <a:pt x="34158" y="21750"/>
                </a:cubicBezTo>
                <a:cubicBezTo>
                  <a:pt x="35226" y="19882"/>
                  <a:pt x="36994" y="18314"/>
                  <a:pt x="39129" y="17847"/>
                </a:cubicBezTo>
                <a:cubicBezTo>
                  <a:pt x="40530" y="17547"/>
                  <a:pt x="42031" y="17747"/>
                  <a:pt x="43498" y="17680"/>
                </a:cubicBezTo>
                <a:cubicBezTo>
                  <a:pt x="47368" y="17413"/>
                  <a:pt x="50837" y="14978"/>
                  <a:pt x="53205" y="11876"/>
                </a:cubicBezTo>
                <a:cubicBezTo>
                  <a:pt x="53339" y="11709"/>
                  <a:pt x="53405" y="11576"/>
                  <a:pt x="53539" y="11409"/>
                </a:cubicBezTo>
                <a:cubicBezTo>
                  <a:pt x="52505" y="9541"/>
                  <a:pt x="51404" y="7473"/>
                  <a:pt x="49369" y="6706"/>
                </a:cubicBezTo>
                <a:cubicBezTo>
                  <a:pt x="45867" y="5405"/>
                  <a:pt x="42398" y="8974"/>
                  <a:pt x="38695" y="9241"/>
                </a:cubicBezTo>
                <a:cubicBezTo>
                  <a:pt x="35726" y="9508"/>
                  <a:pt x="33058" y="7673"/>
                  <a:pt x="30522" y="6072"/>
                </a:cubicBezTo>
                <a:cubicBezTo>
                  <a:pt x="24718" y="2536"/>
                  <a:pt x="17513" y="1"/>
                  <a:pt x="11209" y="2536"/>
                </a:cubicBezTo>
                <a:cubicBezTo>
                  <a:pt x="9674" y="3170"/>
                  <a:pt x="8206" y="4070"/>
                  <a:pt x="6972" y="5171"/>
                </a:cubicBezTo>
                <a:cubicBezTo>
                  <a:pt x="4504" y="7306"/>
                  <a:pt x="2636" y="10141"/>
                  <a:pt x="1668" y="13244"/>
                </a:cubicBezTo>
                <a:cubicBezTo>
                  <a:pt x="167" y="18181"/>
                  <a:pt x="835" y="23651"/>
                  <a:pt x="1" y="28688"/>
                </a:cubicBezTo>
                <a:lnTo>
                  <a:pt x="1" y="57509"/>
                </a:lnTo>
                <a:cubicBezTo>
                  <a:pt x="134" y="57442"/>
                  <a:pt x="267" y="57409"/>
                  <a:pt x="368" y="57409"/>
                </a:cubicBezTo>
                <a:cubicBezTo>
                  <a:pt x="4204" y="56274"/>
                  <a:pt x="7439" y="53072"/>
                  <a:pt x="8006" y="49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/>
          <p:nvPr/>
        </p:nvSpPr>
        <p:spPr>
          <a:xfrm flipH="1">
            <a:off x="8583719" y="1212239"/>
            <a:ext cx="1440199" cy="1416276"/>
          </a:xfrm>
          <a:custGeom>
            <a:avLst/>
            <a:gdLst/>
            <a:ahLst/>
            <a:cxnLst/>
            <a:rect l="l" t="t" r="r" b="b"/>
            <a:pathLst>
              <a:path w="28054" h="27588" extrusionOk="0">
                <a:moveTo>
                  <a:pt x="20915" y="1969"/>
                </a:moveTo>
                <a:cubicBezTo>
                  <a:pt x="20548" y="1635"/>
                  <a:pt x="20114" y="1302"/>
                  <a:pt x="19647" y="1035"/>
                </a:cubicBezTo>
                <a:cubicBezTo>
                  <a:pt x="17779" y="1"/>
                  <a:pt x="15244" y="168"/>
                  <a:pt x="13576" y="1535"/>
                </a:cubicBezTo>
                <a:cubicBezTo>
                  <a:pt x="11608" y="3070"/>
                  <a:pt x="10608" y="5805"/>
                  <a:pt x="9707" y="8040"/>
                </a:cubicBezTo>
                <a:cubicBezTo>
                  <a:pt x="9640" y="8173"/>
                  <a:pt x="9607" y="8240"/>
                  <a:pt x="9574" y="8374"/>
                </a:cubicBezTo>
                <a:cubicBezTo>
                  <a:pt x="8573" y="10809"/>
                  <a:pt x="7305" y="12043"/>
                  <a:pt x="4970" y="13411"/>
                </a:cubicBezTo>
                <a:cubicBezTo>
                  <a:pt x="4136" y="13911"/>
                  <a:pt x="3236" y="14411"/>
                  <a:pt x="2569" y="15145"/>
                </a:cubicBezTo>
                <a:cubicBezTo>
                  <a:pt x="0" y="17714"/>
                  <a:pt x="934" y="22417"/>
                  <a:pt x="3769" y="24685"/>
                </a:cubicBezTo>
                <a:cubicBezTo>
                  <a:pt x="7439" y="27587"/>
                  <a:pt x="12876" y="26853"/>
                  <a:pt x="17179" y="25019"/>
                </a:cubicBezTo>
                <a:cubicBezTo>
                  <a:pt x="17980" y="24685"/>
                  <a:pt x="18747" y="24318"/>
                  <a:pt x="19481" y="23885"/>
                </a:cubicBezTo>
                <a:cubicBezTo>
                  <a:pt x="21182" y="22917"/>
                  <a:pt x="22783" y="21750"/>
                  <a:pt x="23984" y="20215"/>
                </a:cubicBezTo>
                <a:cubicBezTo>
                  <a:pt x="28053" y="14978"/>
                  <a:pt x="25652" y="6072"/>
                  <a:pt x="20915" y="19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" name="Google Shape;121;p17"/>
          <p:cNvSpPr/>
          <p:nvPr/>
        </p:nvSpPr>
        <p:spPr>
          <a:xfrm rot="10800000">
            <a:off x="7368482" y="4408269"/>
            <a:ext cx="5197324" cy="2656056"/>
          </a:xfrm>
          <a:custGeom>
            <a:avLst/>
            <a:gdLst/>
            <a:ahLst/>
            <a:cxnLst/>
            <a:rect l="l" t="t" r="r" b="b"/>
            <a:pathLst>
              <a:path w="101240" h="51738" extrusionOk="0">
                <a:moveTo>
                  <a:pt x="100572" y="234"/>
                </a:moveTo>
                <a:cubicBezTo>
                  <a:pt x="96369" y="2669"/>
                  <a:pt x="93000" y="6139"/>
                  <a:pt x="90531" y="10342"/>
                </a:cubicBezTo>
                <a:cubicBezTo>
                  <a:pt x="89364" y="12343"/>
                  <a:pt x="88530" y="14511"/>
                  <a:pt x="87930" y="16746"/>
                </a:cubicBezTo>
                <a:cubicBezTo>
                  <a:pt x="87162" y="19581"/>
                  <a:pt x="87029" y="22584"/>
                  <a:pt x="86162" y="25352"/>
                </a:cubicBezTo>
                <a:cubicBezTo>
                  <a:pt x="83827" y="32624"/>
                  <a:pt x="75354" y="33091"/>
                  <a:pt x="69150" y="31490"/>
                </a:cubicBezTo>
                <a:cubicBezTo>
                  <a:pt x="64513" y="30322"/>
                  <a:pt x="59476" y="27687"/>
                  <a:pt x="55206" y="31223"/>
                </a:cubicBezTo>
                <a:cubicBezTo>
                  <a:pt x="53572" y="32624"/>
                  <a:pt x="52671" y="34726"/>
                  <a:pt x="51737" y="36594"/>
                </a:cubicBezTo>
                <a:cubicBezTo>
                  <a:pt x="50369" y="39362"/>
                  <a:pt x="48702" y="41797"/>
                  <a:pt x="46133" y="43632"/>
                </a:cubicBezTo>
                <a:cubicBezTo>
                  <a:pt x="40162" y="47802"/>
                  <a:pt x="34692" y="43899"/>
                  <a:pt x="29488" y="40763"/>
                </a:cubicBezTo>
                <a:cubicBezTo>
                  <a:pt x="20582" y="35326"/>
                  <a:pt x="9307" y="37494"/>
                  <a:pt x="3002" y="45700"/>
                </a:cubicBezTo>
                <a:cubicBezTo>
                  <a:pt x="1701" y="47368"/>
                  <a:pt x="801" y="49236"/>
                  <a:pt x="134" y="51204"/>
                </a:cubicBezTo>
                <a:cubicBezTo>
                  <a:pt x="0" y="51571"/>
                  <a:pt x="567" y="51738"/>
                  <a:pt x="701" y="51371"/>
                </a:cubicBezTo>
                <a:cubicBezTo>
                  <a:pt x="2702" y="45667"/>
                  <a:pt x="7139" y="41297"/>
                  <a:pt x="12843" y="39296"/>
                </a:cubicBezTo>
                <a:cubicBezTo>
                  <a:pt x="19181" y="37061"/>
                  <a:pt x="25485" y="38862"/>
                  <a:pt x="30889" y="42364"/>
                </a:cubicBezTo>
                <a:cubicBezTo>
                  <a:pt x="35092" y="45033"/>
                  <a:pt x="39195" y="47301"/>
                  <a:pt x="44198" y="45400"/>
                </a:cubicBezTo>
                <a:cubicBezTo>
                  <a:pt x="48802" y="43665"/>
                  <a:pt x="51037" y="39462"/>
                  <a:pt x="53138" y="35359"/>
                </a:cubicBezTo>
                <a:cubicBezTo>
                  <a:pt x="54639" y="32457"/>
                  <a:pt x="56574" y="30222"/>
                  <a:pt x="60076" y="30056"/>
                </a:cubicBezTo>
                <a:cubicBezTo>
                  <a:pt x="63345" y="29889"/>
                  <a:pt x="66648" y="31523"/>
                  <a:pt x="69717" y="32324"/>
                </a:cubicBezTo>
                <a:cubicBezTo>
                  <a:pt x="74220" y="33458"/>
                  <a:pt x="79724" y="33491"/>
                  <a:pt x="83493" y="30322"/>
                </a:cubicBezTo>
                <a:cubicBezTo>
                  <a:pt x="87729" y="26787"/>
                  <a:pt x="87396" y="21216"/>
                  <a:pt x="88730" y="16312"/>
                </a:cubicBezTo>
                <a:cubicBezTo>
                  <a:pt x="90231" y="10809"/>
                  <a:pt x="93800" y="5938"/>
                  <a:pt x="98304" y="2469"/>
                </a:cubicBezTo>
                <a:cubicBezTo>
                  <a:pt x="99138" y="1835"/>
                  <a:pt x="100038" y="1302"/>
                  <a:pt x="100906" y="768"/>
                </a:cubicBezTo>
                <a:cubicBezTo>
                  <a:pt x="101239" y="568"/>
                  <a:pt x="100906" y="1"/>
                  <a:pt x="100572" y="2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" name="Google Shape;122;p17"/>
          <p:cNvSpPr/>
          <p:nvPr/>
        </p:nvSpPr>
        <p:spPr>
          <a:xfrm>
            <a:off x="-25766" y="-116399"/>
            <a:ext cx="4184015" cy="1804633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" name="Google Shape;123;p17"/>
          <p:cNvSpPr txBox="1">
            <a:spLocks noGrp="1"/>
          </p:cNvSpPr>
          <p:nvPr>
            <p:ph type="title"/>
          </p:nvPr>
        </p:nvSpPr>
        <p:spPr>
          <a:xfrm>
            <a:off x="2278917" y="1920959"/>
            <a:ext cx="4352400" cy="5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ubTitle" idx="1"/>
          </p:nvPr>
        </p:nvSpPr>
        <p:spPr>
          <a:xfrm>
            <a:off x="2278317" y="2581829"/>
            <a:ext cx="4353600" cy="235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4354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768800" y="4145800"/>
            <a:ext cx="5947011" cy="3039525"/>
          </a:xfrm>
          <a:custGeom>
            <a:avLst/>
            <a:gdLst/>
            <a:ahLst/>
            <a:cxnLst/>
            <a:rect l="l" t="t" r="r" b="b"/>
            <a:pathLst>
              <a:path w="48102" h="24585" extrusionOk="0">
                <a:moveTo>
                  <a:pt x="46834" y="4870"/>
                </a:moveTo>
                <a:cubicBezTo>
                  <a:pt x="45533" y="1835"/>
                  <a:pt x="41997" y="0"/>
                  <a:pt x="38762" y="601"/>
                </a:cubicBezTo>
                <a:cubicBezTo>
                  <a:pt x="35626" y="1168"/>
                  <a:pt x="33358" y="3536"/>
                  <a:pt x="31023" y="5838"/>
                </a:cubicBezTo>
                <a:cubicBezTo>
                  <a:pt x="29121" y="7706"/>
                  <a:pt x="27153" y="9540"/>
                  <a:pt x="24652" y="10308"/>
                </a:cubicBezTo>
                <a:cubicBezTo>
                  <a:pt x="19314" y="11875"/>
                  <a:pt x="13544" y="7939"/>
                  <a:pt x="8173" y="9273"/>
                </a:cubicBezTo>
                <a:cubicBezTo>
                  <a:pt x="4671" y="10141"/>
                  <a:pt x="2202" y="13043"/>
                  <a:pt x="968" y="16512"/>
                </a:cubicBezTo>
                <a:cubicBezTo>
                  <a:pt x="368" y="18146"/>
                  <a:pt x="34" y="19881"/>
                  <a:pt x="1" y="21582"/>
                </a:cubicBezTo>
                <a:cubicBezTo>
                  <a:pt x="1" y="22583"/>
                  <a:pt x="34" y="23584"/>
                  <a:pt x="268" y="24584"/>
                </a:cubicBezTo>
                <a:lnTo>
                  <a:pt x="7439" y="24584"/>
                </a:lnTo>
                <a:lnTo>
                  <a:pt x="37194" y="24584"/>
                </a:lnTo>
                <a:cubicBezTo>
                  <a:pt x="37928" y="23384"/>
                  <a:pt x="38795" y="22216"/>
                  <a:pt x="39696" y="21149"/>
                </a:cubicBezTo>
                <a:cubicBezTo>
                  <a:pt x="41764" y="18747"/>
                  <a:pt x="44032" y="16545"/>
                  <a:pt x="45667" y="13843"/>
                </a:cubicBezTo>
                <a:cubicBezTo>
                  <a:pt x="47268" y="11175"/>
                  <a:pt x="48102" y="7772"/>
                  <a:pt x="46834" y="48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" name="Google Shape;127;p18"/>
          <p:cNvSpPr/>
          <p:nvPr/>
        </p:nvSpPr>
        <p:spPr>
          <a:xfrm>
            <a:off x="5225121" y="5983140"/>
            <a:ext cx="1262140" cy="960616"/>
          </a:xfrm>
          <a:custGeom>
            <a:avLst/>
            <a:gdLst/>
            <a:ahLst/>
            <a:cxnLst/>
            <a:rect l="l" t="t" r="r" b="b"/>
            <a:pathLst>
              <a:path w="18715" h="14244" extrusionOk="0">
                <a:moveTo>
                  <a:pt x="15445" y="1735"/>
                </a:moveTo>
                <a:cubicBezTo>
                  <a:pt x="14378" y="1034"/>
                  <a:pt x="13044" y="534"/>
                  <a:pt x="11442" y="334"/>
                </a:cubicBezTo>
                <a:cubicBezTo>
                  <a:pt x="9674" y="67"/>
                  <a:pt x="7840" y="0"/>
                  <a:pt x="6205" y="634"/>
                </a:cubicBezTo>
                <a:cubicBezTo>
                  <a:pt x="3970" y="1468"/>
                  <a:pt x="2369" y="3536"/>
                  <a:pt x="1535" y="5804"/>
                </a:cubicBezTo>
                <a:cubicBezTo>
                  <a:pt x="635" y="8206"/>
                  <a:pt x="1" y="11542"/>
                  <a:pt x="501" y="14244"/>
                </a:cubicBezTo>
                <a:lnTo>
                  <a:pt x="16880" y="14244"/>
                </a:lnTo>
                <a:cubicBezTo>
                  <a:pt x="17013" y="14077"/>
                  <a:pt x="17113" y="13910"/>
                  <a:pt x="17180" y="13810"/>
                </a:cubicBezTo>
                <a:cubicBezTo>
                  <a:pt x="17880" y="12543"/>
                  <a:pt x="18181" y="11142"/>
                  <a:pt x="18347" y="9707"/>
                </a:cubicBezTo>
                <a:cubicBezTo>
                  <a:pt x="18714" y="6038"/>
                  <a:pt x="17814" y="3336"/>
                  <a:pt x="15445" y="173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" name="Google Shape;128;p18"/>
          <p:cNvSpPr/>
          <p:nvPr/>
        </p:nvSpPr>
        <p:spPr>
          <a:xfrm rot="-10445712">
            <a:off x="109596" y="-719039"/>
            <a:ext cx="4855379" cy="4677977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" name="Google Shape;129;p18"/>
          <p:cNvSpPr/>
          <p:nvPr/>
        </p:nvSpPr>
        <p:spPr>
          <a:xfrm>
            <a:off x="2621767" y="1778734"/>
            <a:ext cx="829500" cy="800967"/>
          </a:xfrm>
          <a:custGeom>
            <a:avLst/>
            <a:gdLst/>
            <a:ahLst/>
            <a:cxnLst/>
            <a:rect l="l" t="t" r="r" b="b"/>
            <a:pathLst>
              <a:path w="24885" h="24029" extrusionOk="0">
                <a:moveTo>
                  <a:pt x="15284" y="0"/>
                </a:moveTo>
                <a:cubicBezTo>
                  <a:pt x="14056" y="0"/>
                  <a:pt x="12888" y="355"/>
                  <a:pt x="12109" y="1291"/>
                </a:cubicBezTo>
                <a:cubicBezTo>
                  <a:pt x="10541" y="3192"/>
                  <a:pt x="11542" y="5627"/>
                  <a:pt x="11241" y="7829"/>
                </a:cubicBezTo>
                <a:cubicBezTo>
                  <a:pt x="10941" y="10164"/>
                  <a:pt x="9574" y="11498"/>
                  <a:pt x="7539" y="12699"/>
                </a:cubicBezTo>
                <a:cubicBezTo>
                  <a:pt x="5838" y="13700"/>
                  <a:pt x="4003" y="14467"/>
                  <a:pt x="2502" y="15768"/>
                </a:cubicBezTo>
                <a:cubicBezTo>
                  <a:pt x="1034" y="17035"/>
                  <a:pt x="0" y="19137"/>
                  <a:pt x="600" y="20972"/>
                </a:cubicBezTo>
                <a:cubicBezTo>
                  <a:pt x="667" y="21138"/>
                  <a:pt x="734" y="21339"/>
                  <a:pt x="834" y="21505"/>
                </a:cubicBezTo>
                <a:cubicBezTo>
                  <a:pt x="1501" y="22806"/>
                  <a:pt x="2935" y="23640"/>
                  <a:pt x="4437" y="23874"/>
                </a:cubicBezTo>
                <a:cubicBezTo>
                  <a:pt x="5020" y="23981"/>
                  <a:pt x="5656" y="24029"/>
                  <a:pt x="6315" y="24029"/>
                </a:cubicBezTo>
                <a:cubicBezTo>
                  <a:pt x="8108" y="24029"/>
                  <a:pt x="10072" y="23679"/>
                  <a:pt x="11608" y="23240"/>
                </a:cubicBezTo>
                <a:cubicBezTo>
                  <a:pt x="16045" y="21906"/>
                  <a:pt x="20014" y="18970"/>
                  <a:pt x="22449" y="15001"/>
                </a:cubicBezTo>
                <a:cubicBezTo>
                  <a:pt x="23917" y="12632"/>
                  <a:pt x="24884" y="9797"/>
                  <a:pt x="24284" y="7095"/>
                </a:cubicBezTo>
                <a:cubicBezTo>
                  <a:pt x="23584" y="3926"/>
                  <a:pt x="20882" y="1491"/>
                  <a:pt x="17879" y="457"/>
                </a:cubicBezTo>
                <a:cubicBezTo>
                  <a:pt x="17062" y="180"/>
                  <a:pt x="16157" y="0"/>
                  <a:pt x="1528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" name="Google Shape;130;p18"/>
          <p:cNvSpPr txBox="1">
            <a:spLocks noGrp="1"/>
          </p:cNvSpPr>
          <p:nvPr>
            <p:ph type="title"/>
          </p:nvPr>
        </p:nvSpPr>
        <p:spPr>
          <a:xfrm>
            <a:off x="6590451" y="1920959"/>
            <a:ext cx="4352400" cy="5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1"/>
          </p:nvPr>
        </p:nvSpPr>
        <p:spPr>
          <a:xfrm>
            <a:off x="6589851" y="2581829"/>
            <a:ext cx="4353600" cy="235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5473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5239568" y="6047369"/>
            <a:ext cx="5336169" cy="997480"/>
          </a:xfrm>
          <a:custGeom>
            <a:avLst/>
            <a:gdLst/>
            <a:ahLst/>
            <a:cxnLst/>
            <a:rect l="l" t="t" r="r" b="b"/>
            <a:pathLst>
              <a:path w="85129" h="15913" extrusionOk="0">
                <a:moveTo>
                  <a:pt x="81192" y="11976"/>
                </a:moveTo>
                <a:cubicBezTo>
                  <a:pt x="76022" y="6973"/>
                  <a:pt x="68016" y="4037"/>
                  <a:pt x="61511" y="7073"/>
                </a:cubicBezTo>
                <a:cubicBezTo>
                  <a:pt x="58643" y="8407"/>
                  <a:pt x="56207" y="10575"/>
                  <a:pt x="53005" y="11075"/>
                </a:cubicBezTo>
                <a:cubicBezTo>
                  <a:pt x="51437" y="11342"/>
                  <a:pt x="49803" y="11242"/>
                  <a:pt x="48202" y="10975"/>
                </a:cubicBezTo>
                <a:cubicBezTo>
                  <a:pt x="46434" y="10608"/>
                  <a:pt x="44666" y="10008"/>
                  <a:pt x="43031" y="9241"/>
                </a:cubicBezTo>
                <a:cubicBezTo>
                  <a:pt x="38795" y="7239"/>
                  <a:pt x="34992" y="4304"/>
                  <a:pt x="30689" y="2403"/>
                </a:cubicBezTo>
                <a:cubicBezTo>
                  <a:pt x="26353" y="568"/>
                  <a:pt x="21016" y="1"/>
                  <a:pt x="17180" y="2803"/>
                </a:cubicBezTo>
                <a:cubicBezTo>
                  <a:pt x="15745" y="3870"/>
                  <a:pt x="14611" y="5338"/>
                  <a:pt x="13143" y="6405"/>
                </a:cubicBezTo>
                <a:cubicBezTo>
                  <a:pt x="10942" y="8040"/>
                  <a:pt x="8140" y="8640"/>
                  <a:pt x="5671" y="9741"/>
                </a:cubicBezTo>
                <a:cubicBezTo>
                  <a:pt x="3336" y="10842"/>
                  <a:pt x="1335" y="13210"/>
                  <a:pt x="1" y="15912"/>
                </a:cubicBezTo>
                <a:lnTo>
                  <a:pt x="44032" y="15912"/>
                </a:lnTo>
                <a:lnTo>
                  <a:pt x="85128" y="15912"/>
                </a:lnTo>
                <a:cubicBezTo>
                  <a:pt x="83727" y="14678"/>
                  <a:pt x="82526" y="13244"/>
                  <a:pt x="81192" y="1197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" name="Google Shape;134;p19"/>
          <p:cNvSpPr/>
          <p:nvPr/>
        </p:nvSpPr>
        <p:spPr>
          <a:xfrm>
            <a:off x="-53500" y="-65555"/>
            <a:ext cx="3473527" cy="867948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" name="Google Shape;135;p19"/>
          <p:cNvSpPr/>
          <p:nvPr/>
        </p:nvSpPr>
        <p:spPr>
          <a:xfrm>
            <a:off x="10153467" y="5272685"/>
            <a:ext cx="2556300" cy="2462900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" name="Google Shape;136;p19"/>
          <p:cNvSpPr/>
          <p:nvPr/>
        </p:nvSpPr>
        <p:spPr>
          <a:xfrm rot="10800000" flipH="1">
            <a:off x="-106133" y="-146298"/>
            <a:ext cx="3674471" cy="795669"/>
          </a:xfrm>
          <a:custGeom>
            <a:avLst/>
            <a:gdLst/>
            <a:ahLst/>
            <a:cxnLst/>
            <a:rect l="l" t="t" r="r" b="b"/>
            <a:pathLst>
              <a:path w="89965" h="19481" extrusionOk="0">
                <a:moveTo>
                  <a:pt x="734" y="17279"/>
                </a:moveTo>
                <a:cubicBezTo>
                  <a:pt x="4237" y="9807"/>
                  <a:pt x="10208" y="2335"/>
                  <a:pt x="19314" y="2902"/>
                </a:cubicBezTo>
                <a:cubicBezTo>
                  <a:pt x="24285" y="3169"/>
                  <a:pt x="28854" y="5938"/>
                  <a:pt x="33291" y="7973"/>
                </a:cubicBezTo>
                <a:cubicBezTo>
                  <a:pt x="37160" y="9774"/>
                  <a:pt x="41263" y="11075"/>
                  <a:pt x="45500" y="11375"/>
                </a:cubicBezTo>
                <a:cubicBezTo>
                  <a:pt x="49336" y="11742"/>
                  <a:pt x="52972" y="10808"/>
                  <a:pt x="56341" y="8973"/>
                </a:cubicBezTo>
                <a:cubicBezTo>
                  <a:pt x="60010" y="7005"/>
                  <a:pt x="63179" y="4203"/>
                  <a:pt x="67215" y="3036"/>
                </a:cubicBezTo>
                <a:cubicBezTo>
                  <a:pt x="77823" y="0"/>
                  <a:pt x="84961" y="11475"/>
                  <a:pt x="89198" y="19147"/>
                </a:cubicBezTo>
                <a:cubicBezTo>
                  <a:pt x="89398" y="19481"/>
                  <a:pt x="89965" y="19181"/>
                  <a:pt x="89731" y="18814"/>
                </a:cubicBezTo>
                <a:cubicBezTo>
                  <a:pt x="85628" y="11308"/>
                  <a:pt x="80491" y="2936"/>
                  <a:pt x="71051" y="2035"/>
                </a:cubicBezTo>
                <a:cubicBezTo>
                  <a:pt x="66882" y="1668"/>
                  <a:pt x="63146" y="3936"/>
                  <a:pt x="59810" y="6038"/>
                </a:cubicBezTo>
                <a:cubicBezTo>
                  <a:pt x="55273" y="8973"/>
                  <a:pt x="51037" y="10975"/>
                  <a:pt x="45533" y="10708"/>
                </a:cubicBezTo>
                <a:cubicBezTo>
                  <a:pt x="40163" y="10441"/>
                  <a:pt x="35159" y="8139"/>
                  <a:pt x="30356" y="5838"/>
                </a:cubicBezTo>
                <a:cubicBezTo>
                  <a:pt x="26186" y="3870"/>
                  <a:pt x="21950" y="2002"/>
                  <a:pt x="17246" y="2168"/>
                </a:cubicBezTo>
                <a:cubicBezTo>
                  <a:pt x="9007" y="2469"/>
                  <a:pt x="3403" y="10174"/>
                  <a:pt x="234" y="16879"/>
                </a:cubicBezTo>
                <a:cubicBezTo>
                  <a:pt x="1" y="17346"/>
                  <a:pt x="568" y="17646"/>
                  <a:pt x="734" y="1727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1207167" y="2875601"/>
            <a:ext cx="2792000" cy="54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1"/>
          </p:nvPr>
        </p:nvSpPr>
        <p:spPr>
          <a:xfrm>
            <a:off x="1210483" y="3650300"/>
            <a:ext cx="2790800" cy="13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title" idx="2"/>
          </p:nvPr>
        </p:nvSpPr>
        <p:spPr>
          <a:xfrm>
            <a:off x="8192833" y="2686833"/>
            <a:ext cx="2792000" cy="548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3"/>
          </p:nvPr>
        </p:nvSpPr>
        <p:spPr>
          <a:xfrm>
            <a:off x="8192849" y="3453327"/>
            <a:ext cx="2792000" cy="136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title" idx="4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3400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-1072400" y="5756499"/>
            <a:ext cx="2698357" cy="1754575"/>
          </a:xfrm>
          <a:custGeom>
            <a:avLst/>
            <a:gdLst/>
            <a:ahLst/>
            <a:cxnLst/>
            <a:rect l="l" t="t" r="r" b="b"/>
            <a:pathLst>
              <a:path w="27509" h="17888" extrusionOk="0">
                <a:moveTo>
                  <a:pt x="18162" y="0"/>
                </a:moveTo>
                <a:cubicBezTo>
                  <a:pt x="18036" y="0"/>
                  <a:pt x="17908" y="3"/>
                  <a:pt x="17780" y="8"/>
                </a:cubicBezTo>
                <a:cubicBezTo>
                  <a:pt x="15078" y="74"/>
                  <a:pt x="12443" y="1209"/>
                  <a:pt x="10174" y="2710"/>
                </a:cubicBezTo>
                <a:cubicBezTo>
                  <a:pt x="4971" y="6112"/>
                  <a:pt x="1301" y="11749"/>
                  <a:pt x="1" y="17887"/>
                </a:cubicBezTo>
                <a:lnTo>
                  <a:pt x="23818" y="17887"/>
                </a:lnTo>
                <a:cubicBezTo>
                  <a:pt x="25586" y="15619"/>
                  <a:pt x="26786" y="13150"/>
                  <a:pt x="26987" y="10782"/>
                </a:cubicBezTo>
                <a:cubicBezTo>
                  <a:pt x="27509" y="5200"/>
                  <a:pt x="23973" y="0"/>
                  <a:pt x="18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" name="Google Shape;144;p20"/>
          <p:cNvSpPr/>
          <p:nvPr/>
        </p:nvSpPr>
        <p:spPr>
          <a:xfrm flipH="1">
            <a:off x="7758142" y="-1345295"/>
            <a:ext cx="4855631" cy="5215683"/>
          </a:xfrm>
          <a:custGeom>
            <a:avLst/>
            <a:gdLst/>
            <a:ahLst/>
            <a:cxnLst/>
            <a:rect l="l" t="t" r="r" b="b"/>
            <a:pathLst>
              <a:path w="53539" h="57509" extrusionOk="0">
                <a:moveTo>
                  <a:pt x="8006" y="49169"/>
                </a:moveTo>
                <a:cubicBezTo>
                  <a:pt x="8307" y="47268"/>
                  <a:pt x="7973" y="45333"/>
                  <a:pt x="8273" y="43399"/>
                </a:cubicBezTo>
                <a:cubicBezTo>
                  <a:pt x="8707" y="40330"/>
                  <a:pt x="10942" y="37528"/>
                  <a:pt x="13844" y="36327"/>
                </a:cubicBezTo>
                <a:cubicBezTo>
                  <a:pt x="16646" y="35193"/>
                  <a:pt x="19815" y="35526"/>
                  <a:pt x="22817" y="35393"/>
                </a:cubicBezTo>
                <a:cubicBezTo>
                  <a:pt x="25819" y="35259"/>
                  <a:pt x="29188" y="34425"/>
                  <a:pt x="30789" y="31890"/>
                </a:cubicBezTo>
                <a:cubicBezTo>
                  <a:pt x="31523" y="30689"/>
                  <a:pt x="31790" y="29255"/>
                  <a:pt x="32057" y="27887"/>
                </a:cubicBezTo>
                <a:cubicBezTo>
                  <a:pt x="32524" y="25753"/>
                  <a:pt x="33058" y="23651"/>
                  <a:pt x="34158" y="21750"/>
                </a:cubicBezTo>
                <a:cubicBezTo>
                  <a:pt x="35226" y="19882"/>
                  <a:pt x="36994" y="18314"/>
                  <a:pt x="39129" y="17847"/>
                </a:cubicBezTo>
                <a:cubicBezTo>
                  <a:pt x="40530" y="17547"/>
                  <a:pt x="42031" y="17747"/>
                  <a:pt x="43498" y="17680"/>
                </a:cubicBezTo>
                <a:cubicBezTo>
                  <a:pt x="47368" y="17413"/>
                  <a:pt x="50837" y="14978"/>
                  <a:pt x="53205" y="11876"/>
                </a:cubicBezTo>
                <a:cubicBezTo>
                  <a:pt x="53339" y="11709"/>
                  <a:pt x="53405" y="11576"/>
                  <a:pt x="53539" y="11409"/>
                </a:cubicBezTo>
                <a:cubicBezTo>
                  <a:pt x="52505" y="9541"/>
                  <a:pt x="51404" y="7473"/>
                  <a:pt x="49369" y="6706"/>
                </a:cubicBezTo>
                <a:cubicBezTo>
                  <a:pt x="45867" y="5405"/>
                  <a:pt x="42398" y="8974"/>
                  <a:pt x="38695" y="9241"/>
                </a:cubicBezTo>
                <a:cubicBezTo>
                  <a:pt x="35726" y="9508"/>
                  <a:pt x="33058" y="7673"/>
                  <a:pt x="30522" y="6072"/>
                </a:cubicBezTo>
                <a:cubicBezTo>
                  <a:pt x="24718" y="2536"/>
                  <a:pt x="17513" y="1"/>
                  <a:pt x="11209" y="2536"/>
                </a:cubicBezTo>
                <a:cubicBezTo>
                  <a:pt x="9674" y="3170"/>
                  <a:pt x="8206" y="4070"/>
                  <a:pt x="6972" y="5171"/>
                </a:cubicBezTo>
                <a:cubicBezTo>
                  <a:pt x="4504" y="7306"/>
                  <a:pt x="2636" y="10141"/>
                  <a:pt x="1668" y="13244"/>
                </a:cubicBezTo>
                <a:cubicBezTo>
                  <a:pt x="167" y="18181"/>
                  <a:pt x="835" y="23651"/>
                  <a:pt x="1" y="28688"/>
                </a:cubicBezTo>
                <a:lnTo>
                  <a:pt x="1" y="57509"/>
                </a:lnTo>
                <a:cubicBezTo>
                  <a:pt x="134" y="57442"/>
                  <a:pt x="267" y="57409"/>
                  <a:pt x="368" y="57409"/>
                </a:cubicBezTo>
                <a:cubicBezTo>
                  <a:pt x="4204" y="56274"/>
                  <a:pt x="7439" y="53072"/>
                  <a:pt x="8006" y="491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" name="Google Shape;145;p20"/>
          <p:cNvSpPr/>
          <p:nvPr/>
        </p:nvSpPr>
        <p:spPr>
          <a:xfrm rot="3180931">
            <a:off x="8125327" y="-286044"/>
            <a:ext cx="5197200" cy="2655993"/>
          </a:xfrm>
          <a:custGeom>
            <a:avLst/>
            <a:gdLst/>
            <a:ahLst/>
            <a:cxnLst/>
            <a:rect l="l" t="t" r="r" b="b"/>
            <a:pathLst>
              <a:path w="101240" h="51738" extrusionOk="0">
                <a:moveTo>
                  <a:pt x="100572" y="234"/>
                </a:moveTo>
                <a:cubicBezTo>
                  <a:pt x="96369" y="2669"/>
                  <a:pt x="93000" y="6139"/>
                  <a:pt x="90531" y="10342"/>
                </a:cubicBezTo>
                <a:cubicBezTo>
                  <a:pt x="89364" y="12343"/>
                  <a:pt x="88530" y="14511"/>
                  <a:pt x="87930" y="16746"/>
                </a:cubicBezTo>
                <a:cubicBezTo>
                  <a:pt x="87162" y="19581"/>
                  <a:pt x="87029" y="22584"/>
                  <a:pt x="86162" y="25352"/>
                </a:cubicBezTo>
                <a:cubicBezTo>
                  <a:pt x="83827" y="32624"/>
                  <a:pt x="75354" y="33091"/>
                  <a:pt x="69150" y="31490"/>
                </a:cubicBezTo>
                <a:cubicBezTo>
                  <a:pt x="64513" y="30322"/>
                  <a:pt x="59476" y="27687"/>
                  <a:pt x="55206" y="31223"/>
                </a:cubicBezTo>
                <a:cubicBezTo>
                  <a:pt x="53572" y="32624"/>
                  <a:pt x="52671" y="34726"/>
                  <a:pt x="51737" y="36594"/>
                </a:cubicBezTo>
                <a:cubicBezTo>
                  <a:pt x="50369" y="39362"/>
                  <a:pt x="48702" y="41797"/>
                  <a:pt x="46133" y="43632"/>
                </a:cubicBezTo>
                <a:cubicBezTo>
                  <a:pt x="40162" y="47802"/>
                  <a:pt x="34692" y="43899"/>
                  <a:pt x="29488" y="40763"/>
                </a:cubicBezTo>
                <a:cubicBezTo>
                  <a:pt x="20582" y="35326"/>
                  <a:pt x="9307" y="37494"/>
                  <a:pt x="3002" y="45700"/>
                </a:cubicBezTo>
                <a:cubicBezTo>
                  <a:pt x="1701" y="47368"/>
                  <a:pt x="801" y="49236"/>
                  <a:pt x="134" y="51204"/>
                </a:cubicBezTo>
                <a:cubicBezTo>
                  <a:pt x="0" y="51571"/>
                  <a:pt x="567" y="51738"/>
                  <a:pt x="701" y="51371"/>
                </a:cubicBezTo>
                <a:cubicBezTo>
                  <a:pt x="2702" y="45667"/>
                  <a:pt x="7139" y="41297"/>
                  <a:pt x="12843" y="39296"/>
                </a:cubicBezTo>
                <a:cubicBezTo>
                  <a:pt x="19181" y="37061"/>
                  <a:pt x="25485" y="38862"/>
                  <a:pt x="30889" y="42364"/>
                </a:cubicBezTo>
                <a:cubicBezTo>
                  <a:pt x="35092" y="45033"/>
                  <a:pt x="39195" y="47301"/>
                  <a:pt x="44198" y="45400"/>
                </a:cubicBezTo>
                <a:cubicBezTo>
                  <a:pt x="48802" y="43665"/>
                  <a:pt x="51037" y="39462"/>
                  <a:pt x="53138" y="35359"/>
                </a:cubicBezTo>
                <a:cubicBezTo>
                  <a:pt x="54639" y="32457"/>
                  <a:pt x="56574" y="30222"/>
                  <a:pt x="60076" y="30056"/>
                </a:cubicBezTo>
                <a:cubicBezTo>
                  <a:pt x="63345" y="29889"/>
                  <a:pt x="66648" y="31523"/>
                  <a:pt x="69717" y="32324"/>
                </a:cubicBezTo>
                <a:cubicBezTo>
                  <a:pt x="74220" y="33458"/>
                  <a:pt x="79724" y="33491"/>
                  <a:pt x="83493" y="30322"/>
                </a:cubicBezTo>
                <a:cubicBezTo>
                  <a:pt x="87729" y="26787"/>
                  <a:pt x="87396" y="21216"/>
                  <a:pt x="88730" y="16312"/>
                </a:cubicBezTo>
                <a:cubicBezTo>
                  <a:pt x="90231" y="10809"/>
                  <a:pt x="93800" y="5938"/>
                  <a:pt x="98304" y="2469"/>
                </a:cubicBezTo>
                <a:cubicBezTo>
                  <a:pt x="99138" y="1835"/>
                  <a:pt x="100038" y="1302"/>
                  <a:pt x="100906" y="768"/>
                </a:cubicBezTo>
                <a:cubicBezTo>
                  <a:pt x="101239" y="568"/>
                  <a:pt x="100906" y="1"/>
                  <a:pt x="100572" y="2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6" name="Google Shape;146;p20"/>
          <p:cNvSpPr txBox="1">
            <a:spLocks noGrp="1"/>
          </p:cNvSpPr>
          <p:nvPr>
            <p:ph type="title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title" idx="2"/>
          </p:nvPr>
        </p:nvSpPr>
        <p:spPr>
          <a:xfrm>
            <a:off x="1743467" y="3548233"/>
            <a:ext cx="25116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1"/>
          </p:nvPr>
        </p:nvSpPr>
        <p:spPr>
          <a:xfrm>
            <a:off x="1740867" y="4201800"/>
            <a:ext cx="2516800" cy="10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title" idx="3" hasCustomPrompt="1"/>
          </p:nvPr>
        </p:nvSpPr>
        <p:spPr>
          <a:xfrm>
            <a:off x="2442067" y="2078267"/>
            <a:ext cx="1114400" cy="111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50" name="Google Shape;150;p20"/>
          <p:cNvSpPr txBox="1">
            <a:spLocks noGrp="1"/>
          </p:cNvSpPr>
          <p:nvPr>
            <p:ph type="title" idx="4"/>
          </p:nvPr>
        </p:nvSpPr>
        <p:spPr>
          <a:xfrm>
            <a:off x="4840200" y="3548233"/>
            <a:ext cx="25116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5"/>
          </p:nvPr>
        </p:nvSpPr>
        <p:spPr>
          <a:xfrm>
            <a:off x="4837600" y="4201800"/>
            <a:ext cx="2516800" cy="10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title" idx="6" hasCustomPrompt="1"/>
          </p:nvPr>
        </p:nvSpPr>
        <p:spPr>
          <a:xfrm>
            <a:off x="5538800" y="2095321"/>
            <a:ext cx="1114400" cy="111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153" name="Google Shape;153;p20"/>
          <p:cNvSpPr txBox="1">
            <a:spLocks noGrp="1"/>
          </p:cNvSpPr>
          <p:nvPr>
            <p:ph type="title" idx="7"/>
          </p:nvPr>
        </p:nvSpPr>
        <p:spPr>
          <a:xfrm>
            <a:off x="7936933" y="3548233"/>
            <a:ext cx="25116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8"/>
          </p:nvPr>
        </p:nvSpPr>
        <p:spPr>
          <a:xfrm>
            <a:off x="7934333" y="4201800"/>
            <a:ext cx="2516800" cy="10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title" idx="9" hasCustomPrompt="1"/>
          </p:nvPr>
        </p:nvSpPr>
        <p:spPr>
          <a:xfrm>
            <a:off x="8635533" y="2078267"/>
            <a:ext cx="1114400" cy="111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654431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/>
          <p:nvPr/>
        </p:nvSpPr>
        <p:spPr>
          <a:xfrm rot="10800000" flipH="1">
            <a:off x="10450503" y="3909719"/>
            <a:ext cx="4905264" cy="3159947"/>
          </a:xfrm>
          <a:custGeom>
            <a:avLst/>
            <a:gdLst/>
            <a:ahLst/>
            <a:cxnLst/>
            <a:rect l="l" t="t" r="r" b="b"/>
            <a:pathLst>
              <a:path w="98138" h="63220" extrusionOk="0">
                <a:moveTo>
                  <a:pt x="2536" y="0"/>
                </a:moveTo>
                <a:cubicBezTo>
                  <a:pt x="768" y="2535"/>
                  <a:pt x="1" y="5704"/>
                  <a:pt x="535" y="8740"/>
                </a:cubicBezTo>
                <a:cubicBezTo>
                  <a:pt x="2036" y="17146"/>
                  <a:pt x="12410" y="20982"/>
                  <a:pt x="15879" y="28721"/>
                </a:cubicBezTo>
                <a:cubicBezTo>
                  <a:pt x="17914" y="33257"/>
                  <a:pt x="17280" y="38561"/>
                  <a:pt x="16513" y="43465"/>
                </a:cubicBezTo>
                <a:cubicBezTo>
                  <a:pt x="16079" y="46100"/>
                  <a:pt x="15612" y="48869"/>
                  <a:pt x="16446" y="51437"/>
                </a:cubicBezTo>
                <a:cubicBezTo>
                  <a:pt x="17046" y="53238"/>
                  <a:pt x="18181" y="54739"/>
                  <a:pt x="19448" y="56107"/>
                </a:cubicBezTo>
                <a:cubicBezTo>
                  <a:pt x="23932" y="60782"/>
                  <a:pt x="30436" y="63219"/>
                  <a:pt x="36910" y="63219"/>
                </a:cubicBezTo>
                <a:cubicBezTo>
                  <a:pt x="41754" y="63219"/>
                  <a:pt x="46583" y="61855"/>
                  <a:pt x="50537" y="59042"/>
                </a:cubicBezTo>
                <a:cubicBezTo>
                  <a:pt x="56375" y="54873"/>
                  <a:pt x="60044" y="48301"/>
                  <a:pt x="65548" y="43732"/>
                </a:cubicBezTo>
                <a:cubicBezTo>
                  <a:pt x="70526" y="39593"/>
                  <a:pt x="76988" y="37341"/>
                  <a:pt x="83454" y="37341"/>
                </a:cubicBezTo>
                <a:cubicBezTo>
                  <a:pt x="84180" y="37341"/>
                  <a:pt x="84905" y="37370"/>
                  <a:pt x="85629" y="37427"/>
                </a:cubicBezTo>
                <a:cubicBezTo>
                  <a:pt x="89591" y="37744"/>
                  <a:pt x="93614" y="38905"/>
                  <a:pt x="97525" y="38905"/>
                </a:cubicBezTo>
                <a:cubicBezTo>
                  <a:pt x="97730" y="38905"/>
                  <a:pt x="97934" y="38901"/>
                  <a:pt x="98138" y="38895"/>
                </a:cubicBezTo>
                <a:lnTo>
                  <a:pt x="9813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8" name="Google Shape;158;p21"/>
          <p:cNvSpPr/>
          <p:nvPr/>
        </p:nvSpPr>
        <p:spPr>
          <a:xfrm rot="10800000">
            <a:off x="-1755489" y="-1747466"/>
            <a:ext cx="3911289" cy="3846319"/>
          </a:xfrm>
          <a:custGeom>
            <a:avLst/>
            <a:gdLst/>
            <a:ahLst/>
            <a:cxnLst/>
            <a:rect l="l" t="t" r="r" b="b"/>
            <a:pathLst>
              <a:path w="28054" h="27588" extrusionOk="0">
                <a:moveTo>
                  <a:pt x="20915" y="1969"/>
                </a:moveTo>
                <a:cubicBezTo>
                  <a:pt x="20548" y="1635"/>
                  <a:pt x="20114" y="1302"/>
                  <a:pt x="19647" y="1035"/>
                </a:cubicBezTo>
                <a:cubicBezTo>
                  <a:pt x="17779" y="1"/>
                  <a:pt x="15244" y="168"/>
                  <a:pt x="13576" y="1535"/>
                </a:cubicBezTo>
                <a:cubicBezTo>
                  <a:pt x="11608" y="3070"/>
                  <a:pt x="10608" y="5805"/>
                  <a:pt x="9707" y="8040"/>
                </a:cubicBezTo>
                <a:cubicBezTo>
                  <a:pt x="9640" y="8173"/>
                  <a:pt x="9607" y="8240"/>
                  <a:pt x="9574" y="8374"/>
                </a:cubicBezTo>
                <a:cubicBezTo>
                  <a:pt x="8573" y="10809"/>
                  <a:pt x="7305" y="12043"/>
                  <a:pt x="4970" y="13411"/>
                </a:cubicBezTo>
                <a:cubicBezTo>
                  <a:pt x="4136" y="13911"/>
                  <a:pt x="3236" y="14411"/>
                  <a:pt x="2569" y="15145"/>
                </a:cubicBezTo>
                <a:cubicBezTo>
                  <a:pt x="0" y="17714"/>
                  <a:pt x="934" y="22417"/>
                  <a:pt x="3769" y="24685"/>
                </a:cubicBezTo>
                <a:cubicBezTo>
                  <a:pt x="7439" y="27587"/>
                  <a:pt x="12876" y="26853"/>
                  <a:pt x="17179" y="25019"/>
                </a:cubicBezTo>
                <a:cubicBezTo>
                  <a:pt x="17980" y="24685"/>
                  <a:pt x="18747" y="24318"/>
                  <a:pt x="19481" y="23885"/>
                </a:cubicBezTo>
                <a:cubicBezTo>
                  <a:pt x="21182" y="22917"/>
                  <a:pt x="22783" y="21750"/>
                  <a:pt x="23984" y="20215"/>
                </a:cubicBezTo>
                <a:cubicBezTo>
                  <a:pt x="28053" y="14978"/>
                  <a:pt x="25652" y="6072"/>
                  <a:pt x="20915" y="19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9" name="Google Shape;159;p21"/>
          <p:cNvSpPr/>
          <p:nvPr/>
        </p:nvSpPr>
        <p:spPr>
          <a:xfrm rot="10800000">
            <a:off x="-1786233" y="5419985"/>
            <a:ext cx="4100733" cy="2571867"/>
          </a:xfrm>
          <a:custGeom>
            <a:avLst/>
            <a:gdLst/>
            <a:ahLst/>
            <a:cxnLst/>
            <a:rect l="l" t="t" r="r" b="b"/>
            <a:pathLst>
              <a:path w="123022" h="77156" extrusionOk="0">
                <a:moveTo>
                  <a:pt x="5338" y="334"/>
                </a:moveTo>
                <a:cubicBezTo>
                  <a:pt x="0" y="9707"/>
                  <a:pt x="4504" y="20548"/>
                  <a:pt x="12242" y="26986"/>
                </a:cubicBezTo>
                <a:cubicBezTo>
                  <a:pt x="16345" y="30355"/>
                  <a:pt x="21582" y="31990"/>
                  <a:pt x="25519" y="35626"/>
                </a:cubicBezTo>
                <a:cubicBezTo>
                  <a:pt x="30622" y="40363"/>
                  <a:pt x="29121" y="47801"/>
                  <a:pt x="27754" y="53806"/>
                </a:cubicBezTo>
                <a:cubicBezTo>
                  <a:pt x="26586" y="58876"/>
                  <a:pt x="25585" y="64380"/>
                  <a:pt x="28521" y="69083"/>
                </a:cubicBezTo>
                <a:cubicBezTo>
                  <a:pt x="31089" y="73253"/>
                  <a:pt x="36526" y="75421"/>
                  <a:pt x="41130" y="76088"/>
                </a:cubicBezTo>
                <a:cubicBezTo>
                  <a:pt x="46600" y="76889"/>
                  <a:pt x="51537" y="74254"/>
                  <a:pt x="55907" y="71351"/>
                </a:cubicBezTo>
                <a:cubicBezTo>
                  <a:pt x="60977" y="67982"/>
                  <a:pt x="65614" y="63913"/>
                  <a:pt x="71451" y="61845"/>
                </a:cubicBezTo>
                <a:cubicBezTo>
                  <a:pt x="76121" y="60177"/>
                  <a:pt x="81225" y="60143"/>
                  <a:pt x="86095" y="60577"/>
                </a:cubicBezTo>
                <a:cubicBezTo>
                  <a:pt x="91466" y="61077"/>
                  <a:pt x="97103" y="62145"/>
                  <a:pt x="102007" y="64413"/>
                </a:cubicBezTo>
                <a:cubicBezTo>
                  <a:pt x="109412" y="67849"/>
                  <a:pt x="114315" y="75221"/>
                  <a:pt x="122488" y="77056"/>
                </a:cubicBezTo>
                <a:cubicBezTo>
                  <a:pt x="122855" y="77156"/>
                  <a:pt x="123022" y="76555"/>
                  <a:pt x="122655" y="76488"/>
                </a:cubicBezTo>
                <a:cubicBezTo>
                  <a:pt x="117184" y="75254"/>
                  <a:pt x="113014" y="71418"/>
                  <a:pt x="108745" y="68082"/>
                </a:cubicBezTo>
                <a:cubicBezTo>
                  <a:pt x="104342" y="64680"/>
                  <a:pt x="99772" y="62545"/>
                  <a:pt x="94334" y="61344"/>
                </a:cubicBezTo>
                <a:cubicBezTo>
                  <a:pt x="88497" y="60043"/>
                  <a:pt x="82393" y="59343"/>
                  <a:pt x="76422" y="60077"/>
                </a:cubicBezTo>
                <a:cubicBezTo>
                  <a:pt x="70751" y="60811"/>
                  <a:pt x="65947" y="63546"/>
                  <a:pt x="61378" y="66748"/>
                </a:cubicBezTo>
                <a:cubicBezTo>
                  <a:pt x="56441" y="70217"/>
                  <a:pt x="51571" y="74354"/>
                  <a:pt x="45466" y="75488"/>
                </a:cubicBezTo>
                <a:cubicBezTo>
                  <a:pt x="39295" y="76655"/>
                  <a:pt x="31423" y="73320"/>
                  <a:pt x="28421" y="67716"/>
                </a:cubicBezTo>
                <a:cubicBezTo>
                  <a:pt x="25252" y="61811"/>
                  <a:pt x="28621" y="54239"/>
                  <a:pt x="29521" y="48168"/>
                </a:cubicBezTo>
                <a:cubicBezTo>
                  <a:pt x="30189" y="43398"/>
                  <a:pt x="29388" y="38695"/>
                  <a:pt x="25919" y="35192"/>
                </a:cubicBezTo>
                <a:cubicBezTo>
                  <a:pt x="23717" y="32991"/>
                  <a:pt x="20749" y="31556"/>
                  <a:pt x="18047" y="30122"/>
                </a:cubicBezTo>
                <a:cubicBezTo>
                  <a:pt x="14778" y="28321"/>
                  <a:pt x="11842" y="26152"/>
                  <a:pt x="9340" y="23384"/>
                </a:cubicBezTo>
                <a:cubicBezTo>
                  <a:pt x="3736" y="17313"/>
                  <a:pt x="1602" y="8106"/>
                  <a:pt x="5871" y="701"/>
                </a:cubicBezTo>
                <a:cubicBezTo>
                  <a:pt x="6071" y="301"/>
                  <a:pt x="5538" y="0"/>
                  <a:pt x="5338" y="3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1605584" y="2342564"/>
            <a:ext cx="4352400" cy="54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9pPr>
          </a:lstStyle>
          <a:p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subTitle" idx="1"/>
          </p:nvPr>
        </p:nvSpPr>
        <p:spPr>
          <a:xfrm>
            <a:off x="1605000" y="3003436"/>
            <a:ext cx="4353600" cy="151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40801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/>
          <p:nvPr/>
        </p:nvSpPr>
        <p:spPr>
          <a:xfrm>
            <a:off x="-149334" y="-1077800"/>
            <a:ext cx="2727099" cy="2929317"/>
          </a:xfrm>
          <a:custGeom>
            <a:avLst/>
            <a:gdLst/>
            <a:ahLst/>
            <a:cxnLst/>
            <a:rect l="l" t="t" r="r" b="b"/>
            <a:pathLst>
              <a:path w="53539" h="57509" extrusionOk="0">
                <a:moveTo>
                  <a:pt x="8006" y="49169"/>
                </a:moveTo>
                <a:cubicBezTo>
                  <a:pt x="8307" y="47268"/>
                  <a:pt x="7973" y="45333"/>
                  <a:pt x="8273" y="43399"/>
                </a:cubicBezTo>
                <a:cubicBezTo>
                  <a:pt x="8707" y="40330"/>
                  <a:pt x="10942" y="37528"/>
                  <a:pt x="13844" y="36327"/>
                </a:cubicBezTo>
                <a:cubicBezTo>
                  <a:pt x="16646" y="35193"/>
                  <a:pt x="19815" y="35526"/>
                  <a:pt x="22817" y="35393"/>
                </a:cubicBezTo>
                <a:cubicBezTo>
                  <a:pt x="25819" y="35259"/>
                  <a:pt x="29188" y="34425"/>
                  <a:pt x="30789" y="31890"/>
                </a:cubicBezTo>
                <a:cubicBezTo>
                  <a:pt x="31523" y="30689"/>
                  <a:pt x="31790" y="29255"/>
                  <a:pt x="32057" y="27887"/>
                </a:cubicBezTo>
                <a:cubicBezTo>
                  <a:pt x="32524" y="25753"/>
                  <a:pt x="33058" y="23651"/>
                  <a:pt x="34158" y="21750"/>
                </a:cubicBezTo>
                <a:cubicBezTo>
                  <a:pt x="35226" y="19882"/>
                  <a:pt x="36994" y="18314"/>
                  <a:pt x="39129" y="17847"/>
                </a:cubicBezTo>
                <a:cubicBezTo>
                  <a:pt x="40530" y="17547"/>
                  <a:pt x="42031" y="17747"/>
                  <a:pt x="43498" y="17680"/>
                </a:cubicBezTo>
                <a:cubicBezTo>
                  <a:pt x="47368" y="17413"/>
                  <a:pt x="50837" y="14978"/>
                  <a:pt x="53205" y="11876"/>
                </a:cubicBezTo>
                <a:cubicBezTo>
                  <a:pt x="53339" y="11709"/>
                  <a:pt x="53405" y="11576"/>
                  <a:pt x="53539" y="11409"/>
                </a:cubicBezTo>
                <a:cubicBezTo>
                  <a:pt x="52505" y="9541"/>
                  <a:pt x="51404" y="7473"/>
                  <a:pt x="49369" y="6706"/>
                </a:cubicBezTo>
                <a:cubicBezTo>
                  <a:pt x="45867" y="5405"/>
                  <a:pt x="42398" y="8974"/>
                  <a:pt x="38695" y="9241"/>
                </a:cubicBezTo>
                <a:cubicBezTo>
                  <a:pt x="35726" y="9508"/>
                  <a:pt x="33058" y="7673"/>
                  <a:pt x="30522" y="6072"/>
                </a:cubicBezTo>
                <a:cubicBezTo>
                  <a:pt x="24718" y="2536"/>
                  <a:pt x="17513" y="1"/>
                  <a:pt x="11209" y="2536"/>
                </a:cubicBezTo>
                <a:cubicBezTo>
                  <a:pt x="9674" y="3170"/>
                  <a:pt x="8206" y="4070"/>
                  <a:pt x="6972" y="5171"/>
                </a:cubicBezTo>
                <a:cubicBezTo>
                  <a:pt x="4504" y="7306"/>
                  <a:pt x="2636" y="10141"/>
                  <a:pt x="1668" y="13244"/>
                </a:cubicBezTo>
                <a:cubicBezTo>
                  <a:pt x="167" y="18181"/>
                  <a:pt x="835" y="23651"/>
                  <a:pt x="1" y="28688"/>
                </a:cubicBezTo>
                <a:lnTo>
                  <a:pt x="1" y="57509"/>
                </a:lnTo>
                <a:cubicBezTo>
                  <a:pt x="134" y="57442"/>
                  <a:pt x="267" y="57409"/>
                  <a:pt x="368" y="57409"/>
                </a:cubicBezTo>
                <a:cubicBezTo>
                  <a:pt x="4204" y="56274"/>
                  <a:pt x="7439" y="53072"/>
                  <a:pt x="8006" y="491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4" name="Google Shape;164;p22"/>
          <p:cNvSpPr/>
          <p:nvPr/>
        </p:nvSpPr>
        <p:spPr>
          <a:xfrm>
            <a:off x="8143700" y="-1890334"/>
            <a:ext cx="4100733" cy="2571867"/>
          </a:xfrm>
          <a:custGeom>
            <a:avLst/>
            <a:gdLst/>
            <a:ahLst/>
            <a:cxnLst/>
            <a:rect l="l" t="t" r="r" b="b"/>
            <a:pathLst>
              <a:path w="123022" h="77156" extrusionOk="0">
                <a:moveTo>
                  <a:pt x="5338" y="334"/>
                </a:moveTo>
                <a:cubicBezTo>
                  <a:pt x="0" y="9707"/>
                  <a:pt x="4504" y="20548"/>
                  <a:pt x="12242" y="26986"/>
                </a:cubicBezTo>
                <a:cubicBezTo>
                  <a:pt x="16345" y="30355"/>
                  <a:pt x="21582" y="31990"/>
                  <a:pt x="25519" y="35626"/>
                </a:cubicBezTo>
                <a:cubicBezTo>
                  <a:pt x="30622" y="40363"/>
                  <a:pt x="29121" y="47801"/>
                  <a:pt x="27754" y="53806"/>
                </a:cubicBezTo>
                <a:cubicBezTo>
                  <a:pt x="26586" y="58876"/>
                  <a:pt x="25585" y="64380"/>
                  <a:pt x="28521" y="69083"/>
                </a:cubicBezTo>
                <a:cubicBezTo>
                  <a:pt x="31089" y="73253"/>
                  <a:pt x="36526" y="75421"/>
                  <a:pt x="41130" y="76088"/>
                </a:cubicBezTo>
                <a:cubicBezTo>
                  <a:pt x="46600" y="76889"/>
                  <a:pt x="51537" y="74254"/>
                  <a:pt x="55907" y="71351"/>
                </a:cubicBezTo>
                <a:cubicBezTo>
                  <a:pt x="60977" y="67982"/>
                  <a:pt x="65614" y="63913"/>
                  <a:pt x="71451" y="61845"/>
                </a:cubicBezTo>
                <a:cubicBezTo>
                  <a:pt x="76121" y="60177"/>
                  <a:pt x="81225" y="60143"/>
                  <a:pt x="86095" y="60577"/>
                </a:cubicBezTo>
                <a:cubicBezTo>
                  <a:pt x="91466" y="61077"/>
                  <a:pt x="97103" y="62145"/>
                  <a:pt x="102007" y="64413"/>
                </a:cubicBezTo>
                <a:cubicBezTo>
                  <a:pt x="109412" y="67849"/>
                  <a:pt x="114315" y="75221"/>
                  <a:pt x="122488" y="77056"/>
                </a:cubicBezTo>
                <a:cubicBezTo>
                  <a:pt x="122855" y="77156"/>
                  <a:pt x="123022" y="76555"/>
                  <a:pt x="122655" y="76488"/>
                </a:cubicBezTo>
                <a:cubicBezTo>
                  <a:pt x="117184" y="75254"/>
                  <a:pt x="113014" y="71418"/>
                  <a:pt x="108745" y="68082"/>
                </a:cubicBezTo>
                <a:cubicBezTo>
                  <a:pt x="104342" y="64680"/>
                  <a:pt x="99772" y="62545"/>
                  <a:pt x="94334" y="61344"/>
                </a:cubicBezTo>
                <a:cubicBezTo>
                  <a:pt x="88497" y="60043"/>
                  <a:pt x="82393" y="59343"/>
                  <a:pt x="76422" y="60077"/>
                </a:cubicBezTo>
                <a:cubicBezTo>
                  <a:pt x="70751" y="60811"/>
                  <a:pt x="65947" y="63546"/>
                  <a:pt x="61378" y="66748"/>
                </a:cubicBezTo>
                <a:cubicBezTo>
                  <a:pt x="56441" y="70217"/>
                  <a:pt x="51571" y="74354"/>
                  <a:pt x="45466" y="75488"/>
                </a:cubicBezTo>
                <a:cubicBezTo>
                  <a:pt x="39295" y="76655"/>
                  <a:pt x="31423" y="73320"/>
                  <a:pt x="28421" y="67716"/>
                </a:cubicBezTo>
                <a:cubicBezTo>
                  <a:pt x="25252" y="61811"/>
                  <a:pt x="28621" y="54239"/>
                  <a:pt x="29521" y="48168"/>
                </a:cubicBezTo>
                <a:cubicBezTo>
                  <a:pt x="30189" y="43398"/>
                  <a:pt x="29388" y="38695"/>
                  <a:pt x="25919" y="35192"/>
                </a:cubicBezTo>
                <a:cubicBezTo>
                  <a:pt x="23717" y="32991"/>
                  <a:pt x="20749" y="31556"/>
                  <a:pt x="18047" y="30122"/>
                </a:cubicBezTo>
                <a:cubicBezTo>
                  <a:pt x="14778" y="28321"/>
                  <a:pt x="11842" y="26152"/>
                  <a:pt x="9340" y="23384"/>
                </a:cubicBezTo>
                <a:cubicBezTo>
                  <a:pt x="3736" y="17313"/>
                  <a:pt x="1602" y="8106"/>
                  <a:pt x="5871" y="701"/>
                </a:cubicBezTo>
                <a:cubicBezTo>
                  <a:pt x="6071" y="301"/>
                  <a:pt x="5538" y="0"/>
                  <a:pt x="5338" y="3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5" name="Google Shape;165;p22"/>
          <p:cNvSpPr/>
          <p:nvPr/>
        </p:nvSpPr>
        <p:spPr>
          <a:xfrm>
            <a:off x="-185233" y="6238534"/>
            <a:ext cx="2998833" cy="649367"/>
          </a:xfrm>
          <a:custGeom>
            <a:avLst/>
            <a:gdLst/>
            <a:ahLst/>
            <a:cxnLst/>
            <a:rect l="l" t="t" r="r" b="b"/>
            <a:pathLst>
              <a:path w="89965" h="19481" extrusionOk="0">
                <a:moveTo>
                  <a:pt x="734" y="17279"/>
                </a:moveTo>
                <a:cubicBezTo>
                  <a:pt x="4237" y="9807"/>
                  <a:pt x="10208" y="2335"/>
                  <a:pt x="19314" y="2902"/>
                </a:cubicBezTo>
                <a:cubicBezTo>
                  <a:pt x="24285" y="3169"/>
                  <a:pt x="28854" y="5938"/>
                  <a:pt x="33291" y="7973"/>
                </a:cubicBezTo>
                <a:cubicBezTo>
                  <a:pt x="37160" y="9774"/>
                  <a:pt x="41263" y="11075"/>
                  <a:pt x="45500" y="11375"/>
                </a:cubicBezTo>
                <a:cubicBezTo>
                  <a:pt x="49336" y="11742"/>
                  <a:pt x="52972" y="10808"/>
                  <a:pt x="56341" y="8973"/>
                </a:cubicBezTo>
                <a:cubicBezTo>
                  <a:pt x="60010" y="7005"/>
                  <a:pt x="63179" y="4203"/>
                  <a:pt x="67215" y="3036"/>
                </a:cubicBezTo>
                <a:cubicBezTo>
                  <a:pt x="77823" y="0"/>
                  <a:pt x="84961" y="11475"/>
                  <a:pt x="89198" y="19147"/>
                </a:cubicBezTo>
                <a:cubicBezTo>
                  <a:pt x="89398" y="19481"/>
                  <a:pt x="89965" y="19181"/>
                  <a:pt x="89731" y="18814"/>
                </a:cubicBezTo>
                <a:cubicBezTo>
                  <a:pt x="85628" y="11308"/>
                  <a:pt x="80491" y="2936"/>
                  <a:pt x="71051" y="2035"/>
                </a:cubicBezTo>
                <a:cubicBezTo>
                  <a:pt x="66882" y="1668"/>
                  <a:pt x="63146" y="3936"/>
                  <a:pt x="59810" y="6038"/>
                </a:cubicBezTo>
                <a:cubicBezTo>
                  <a:pt x="55273" y="8973"/>
                  <a:pt x="51037" y="10975"/>
                  <a:pt x="45533" y="10708"/>
                </a:cubicBezTo>
                <a:cubicBezTo>
                  <a:pt x="40163" y="10441"/>
                  <a:pt x="35159" y="8139"/>
                  <a:pt x="30356" y="5838"/>
                </a:cubicBezTo>
                <a:cubicBezTo>
                  <a:pt x="26186" y="3870"/>
                  <a:pt x="21950" y="2002"/>
                  <a:pt x="17246" y="2168"/>
                </a:cubicBezTo>
                <a:cubicBezTo>
                  <a:pt x="9007" y="2469"/>
                  <a:pt x="3403" y="10174"/>
                  <a:pt x="234" y="16879"/>
                </a:cubicBezTo>
                <a:cubicBezTo>
                  <a:pt x="1" y="17346"/>
                  <a:pt x="568" y="17646"/>
                  <a:pt x="734" y="172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2"/>
          <p:cNvSpPr/>
          <p:nvPr/>
        </p:nvSpPr>
        <p:spPr>
          <a:xfrm rot="10800000">
            <a:off x="9308605" y="6132047"/>
            <a:ext cx="4448167" cy="1111487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22460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/>
          <p:nvPr/>
        </p:nvSpPr>
        <p:spPr>
          <a:xfrm flipH="1">
            <a:off x="10814173" y="-618200"/>
            <a:ext cx="2727099" cy="2929317"/>
          </a:xfrm>
          <a:custGeom>
            <a:avLst/>
            <a:gdLst/>
            <a:ahLst/>
            <a:cxnLst/>
            <a:rect l="l" t="t" r="r" b="b"/>
            <a:pathLst>
              <a:path w="53539" h="57509" extrusionOk="0">
                <a:moveTo>
                  <a:pt x="8006" y="49169"/>
                </a:moveTo>
                <a:cubicBezTo>
                  <a:pt x="8307" y="47268"/>
                  <a:pt x="7973" y="45333"/>
                  <a:pt x="8273" y="43399"/>
                </a:cubicBezTo>
                <a:cubicBezTo>
                  <a:pt x="8707" y="40330"/>
                  <a:pt x="10942" y="37528"/>
                  <a:pt x="13844" y="36327"/>
                </a:cubicBezTo>
                <a:cubicBezTo>
                  <a:pt x="16646" y="35193"/>
                  <a:pt x="19815" y="35526"/>
                  <a:pt x="22817" y="35393"/>
                </a:cubicBezTo>
                <a:cubicBezTo>
                  <a:pt x="25819" y="35259"/>
                  <a:pt x="29188" y="34425"/>
                  <a:pt x="30789" y="31890"/>
                </a:cubicBezTo>
                <a:cubicBezTo>
                  <a:pt x="31523" y="30689"/>
                  <a:pt x="31790" y="29255"/>
                  <a:pt x="32057" y="27887"/>
                </a:cubicBezTo>
                <a:cubicBezTo>
                  <a:pt x="32524" y="25753"/>
                  <a:pt x="33058" y="23651"/>
                  <a:pt x="34158" y="21750"/>
                </a:cubicBezTo>
                <a:cubicBezTo>
                  <a:pt x="35226" y="19882"/>
                  <a:pt x="36994" y="18314"/>
                  <a:pt x="39129" y="17847"/>
                </a:cubicBezTo>
                <a:cubicBezTo>
                  <a:pt x="40530" y="17547"/>
                  <a:pt x="42031" y="17747"/>
                  <a:pt x="43498" y="17680"/>
                </a:cubicBezTo>
                <a:cubicBezTo>
                  <a:pt x="47368" y="17413"/>
                  <a:pt x="50837" y="14978"/>
                  <a:pt x="53205" y="11876"/>
                </a:cubicBezTo>
                <a:cubicBezTo>
                  <a:pt x="53339" y="11709"/>
                  <a:pt x="53405" y="11576"/>
                  <a:pt x="53539" y="11409"/>
                </a:cubicBezTo>
                <a:cubicBezTo>
                  <a:pt x="52505" y="9541"/>
                  <a:pt x="51404" y="7473"/>
                  <a:pt x="49369" y="6706"/>
                </a:cubicBezTo>
                <a:cubicBezTo>
                  <a:pt x="45867" y="5405"/>
                  <a:pt x="42398" y="8974"/>
                  <a:pt x="38695" y="9241"/>
                </a:cubicBezTo>
                <a:cubicBezTo>
                  <a:pt x="35726" y="9508"/>
                  <a:pt x="33058" y="7673"/>
                  <a:pt x="30522" y="6072"/>
                </a:cubicBezTo>
                <a:cubicBezTo>
                  <a:pt x="24718" y="2536"/>
                  <a:pt x="17513" y="1"/>
                  <a:pt x="11209" y="2536"/>
                </a:cubicBezTo>
                <a:cubicBezTo>
                  <a:pt x="9674" y="3170"/>
                  <a:pt x="8206" y="4070"/>
                  <a:pt x="6972" y="5171"/>
                </a:cubicBezTo>
                <a:cubicBezTo>
                  <a:pt x="4504" y="7306"/>
                  <a:pt x="2636" y="10141"/>
                  <a:pt x="1668" y="13244"/>
                </a:cubicBezTo>
                <a:cubicBezTo>
                  <a:pt x="167" y="18181"/>
                  <a:pt x="835" y="23651"/>
                  <a:pt x="1" y="28688"/>
                </a:cubicBezTo>
                <a:lnTo>
                  <a:pt x="1" y="57509"/>
                </a:lnTo>
                <a:cubicBezTo>
                  <a:pt x="134" y="57442"/>
                  <a:pt x="267" y="57409"/>
                  <a:pt x="368" y="57409"/>
                </a:cubicBezTo>
                <a:cubicBezTo>
                  <a:pt x="4204" y="56274"/>
                  <a:pt x="7439" y="53072"/>
                  <a:pt x="8006" y="491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0" name="Google Shape;170;p23"/>
          <p:cNvSpPr/>
          <p:nvPr/>
        </p:nvSpPr>
        <p:spPr>
          <a:xfrm flipH="1">
            <a:off x="-2941128" y="-506334"/>
            <a:ext cx="4100733" cy="2571867"/>
          </a:xfrm>
          <a:custGeom>
            <a:avLst/>
            <a:gdLst/>
            <a:ahLst/>
            <a:cxnLst/>
            <a:rect l="l" t="t" r="r" b="b"/>
            <a:pathLst>
              <a:path w="123022" h="77156" extrusionOk="0">
                <a:moveTo>
                  <a:pt x="5338" y="334"/>
                </a:moveTo>
                <a:cubicBezTo>
                  <a:pt x="0" y="9707"/>
                  <a:pt x="4504" y="20548"/>
                  <a:pt x="12242" y="26986"/>
                </a:cubicBezTo>
                <a:cubicBezTo>
                  <a:pt x="16345" y="30355"/>
                  <a:pt x="21582" y="31990"/>
                  <a:pt x="25519" y="35626"/>
                </a:cubicBezTo>
                <a:cubicBezTo>
                  <a:pt x="30622" y="40363"/>
                  <a:pt x="29121" y="47801"/>
                  <a:pt x="27754" y="53806"/>
                </a:cubicBezTo>
                <a:cubicBezTo>
                  <a:pt x="26586" y="58876"/>
                  <a:pt x="25585" y="64380"/>
                  <a:pt x="28521" y="69083"/>
                </a:cubicBezTo>
                <a:cubicBezTo>
                  <a:pt x="31089" y="73253"/>
                  <a:pt x="36526" y="75421"/>
                  <a:pt x="41130" y="76088"/>
                </a:cubicBezTo>
                <a:cubicBezTo>
                  <a:pt x="46600" y="76889"/>
                  <a:pt x="51537" y="74254"/>
                  <a:pt x="55907" y="71351"/>
                </a:cubicBezTo>
                <a:cubicBezTo>
                  <a:pt x="60977" y="67982"/>
                  <a:pt x="65614" y="63913"/>
                  <a:pt x="71451" y="61845"/>
                </a:cubicBezTo>
                <a:cubicBezTo>
                  <a:pt x="76121" y="60177"/>
                  <a:pt x="81225" y="60143"/>
                  <a:pt x="86095" y="60577"/>
                </a:cubicBezTo>
                <a:cubicBezTo>
                  <a:pt x="91466" y="61077"/>
                  <a:pt x="97103" y="62145"/>
                  <a:pt x="102007" y="64413"/>
                </a:cubicBezTo>
                <a:cubicBezTo>
                  <a:pt x="109412" y="67849"/>
                  <a:pt x="114315" y="75221"/>
                  <a:pt x="122488" y="77056"/>
                </a:cubicBezTo>
                <a:cubicBezTo>
                  <a:pt x="122855" y="77156"/>
                  <a:pt x="123022" y="76555"/>
                  <a:pt x="122655" y="76488"/>
                </a:cubicBezTo>
                <a:cubicBezTo>
                  <a:pt x="117184" y="75254"/>
                  <a:pt x="113014" y="71418"/>
                  <a:pt x="108745" y="68082"/>
                </a:cubicBezTo>
                <a:cubicBezTo>
                  <a:pt x="104342" y="64680"/>
                  <a:pt x="99772" y="62545"/>
                  <a:pt x="94334" y="61344"/>
                </a:cubicBezTo>
                <a:cubicBezTo>
                  <a:pt x="88497" y="60043"/>
                  <a:pt x="82393" y="59343"/>
                  <a:pt x="76422" y="60077"/>
                </a:cubicBezTo>
                <a:cubicBezTo>
                  <a:pt x="70751" y="60811"/>
                  <a:pt x="65947" y="63546"/>
                  <a:pt x="61378" y="66748"/>
                </a:cubicBezTo>
                <a:cubicBezTo>
                  <a:pt x="56441" y="70217"/>
                  <a:pt x="51571" y="74354"/>
                  <a:pt x="45466" y="75488"/>
                </a:cubicBezTo>
                <a:cubicBezTo>
                  <a:pt x="39295" y="76655"/>
                  <a:pt x="31423" y="73320"/>
                  <a:pt x="28421" y="67716"/>
                </a:cubicBezTo>
                <a:cubicBezTo>
                  <a:pt x="25252" y="61811"/>
                  <a:pt x="28621" y="54239"/>
                  <a:pt x="29521" y="48168"/>
                </a:cubicBezTo>
                <a:cubicBezTo>
                  <a:pt x="30189" y="43398"/>
                  <a:pt x="29388" y="38695"/>
                  <a:pt x="25919" y="35192"/>
                </a:cubicBezTo>
                <a:cubicBezTo>
                  <a:pt x="23717" y="32991"/>
                  <a:pt x="20749" y="31556"/>
                  <a:pt x="18047" y="30122"/>
                </a:cubicBezTo>
                <a:cubicBezTo>
                  <a:pt x="14778" y="28321"/>
                  <a:pt x="11842" y="26152"/>
                  <a:pt x="9340" y="23384"/>
                </a:cubicBezTo>
                <a:cubicBezTo>
                  <a:pt x="3736" y="17313"/>
                  <a:pt x="1602" y="8106"/>
                  <a:pt x="5871" y="701"/>
                </a:cubicBezTo>
                <a:cubicBezTo>
                  <a:pt x="6071" y="301"/>
                  <a:pt x="5538" y="0"/>
                  <a:pt x="5338" y="3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1" name="Google Shape;171;p23"/>
          <p:cNvSpPr/>
          <p:nvPr/>
        </p:nvSpPr>
        <p:spPr>
          <a:xfrm flipH="1">
            <a:off x="9167906" y="6449834"/>
            <a:ext cx="2998833" cy="649367"/>
          </a:xfrm>
          <a:custGeom>
            <a:avLst/>
            <a:gdLst/>
            <a:ahLst/>
            <a:cxnLst/>
            <a:rect l="l" t="t" r="r" b="b"/>
            <a:pathLst>
              <a:path w="89965" h="19481" extrusionOk="0">
                <a:moveTo>
                  <a:pt x="734" y="17279"/>
                </a:moveTo>
                <a:cubicBezTo>
                  <a:pt x="4237" y="9807"/>
                  <a:pt x="10208" y="2335"/>
                  <a:pt x="19314" y="2902"/>
                </a:cubicBezTo>
                <a:cubicBezTo>
                  <a:pt x="24285" y="3169"/>
                  <a:pt x="28854" y="5938"/>
                  <a:pt x="33291" y="7973"/>
                </a:cubicBezTo>
                <a:cubicBezTo>
                  <a:pt x="37160" y="9774"/>
                  <a:pt x="41263" y="11075"/>
                  <a:pt x="45500" y="11375"/>
                </a:cubicBezTo>
                <a:cubicBezTo>
                  <a:pt x="49336" y="11742"/>
                  <a:pt x="52972" y="10808"/>
                  <a:pt x="56341" y="8973"/>
                </a:cubicBezTo>
                <a:cubicBezTo>
                  <a:pt x="60010" y="7005"/>
                  <a:pt x="63179" y="4203"/>
                  <a:pt x="67215" y="3036"/>
                </a:cubicBezTo>
                <a:cubicBezTo>
                  <a:pt x="77823" y="0"/>
                  <a:pt x="84961" y="11475"/>
                  <a:pt x="89198" y="19147"/>
                </a:cubicBezTo>
                <a:cubicBezTo>
                  <a:pt x="89398" y="19481"/>
                  <a:pt x="89965" y="19181"/>
                  <a:pt x="89731" y="18814"/>
                </a:cubicBezTo>
                <a:cubicBezTo>
                  <a:pt x="85628" y="11308"/>
                  <a:pt x="80491" y="2936"/>
                  <a:pt x="71051" y="2035"/>
                </a:cubicBezTo>
                <a:cubicBezTo>
                  <a:pt x="66882" y="1668"/>
                  <a:pt x="63146" y="3936"/>
                  <a:pt x="59810" y="6038"/>
                </a:cubicBezTo>
                <a:cubicBezTo>
                  <a:pt x="55273" y="8973"/>
                  <a:pt x="51037" y="10975"/>
                  <a:pt x="45533" y="10708"/>
                </a:cubicBezTo>
                <a:cubicBezTo>
                  <a:pt x="40163" y="10441"/>
                  <a:pt x="35159" y="8139"/>
                  <a:pt x="30356" y="5838"/>
                </a:cubicBezTo>
                <a:cubicBezTo>
                  <a:pt x="26186" y="3870"/>
                  <a:pt x="21950" y="2002"/>
                  <a:pt x="17246" y="2168"/>
                </a:cubicBezTo>
                <a:cubicBezTo>
                  <a:pt x="9007" y="2469"/>
                  <a:pt x="3403" y="10174"/>
                  <a:pt x="234" y="16879"/>
                </a:cubicBezTo>
                <a:cubicBezTo>
                  <a:pt x="1" y="17346"/>
                  <a:pt x="568" y="17646"/>
                  <a:pt x="734" y="172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3"/>
          <p:cNvSpPr/>
          <p:nvPr/>
        </p:nvSpPr>
        <p:spPr>
          <a:xfrm rot="10800000" flipH="1">
            <a:off x="-2504233" y="5931314"/>
            <a:ext cx="4448167" cy="1111487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2149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/>
          <p:nvPr/>
        </p:nvSpPr>
        <p:spPr>
          <a:xfrm>
            <a:off x="-88099" y="-141000"/>
            <a:ext cx="3989348" cy="1720671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6" name="Google Shape;176;p24"/>
          <p:cNvSpPr/>
          <p:nvPr/>
        </p:nvSpPr>
        <p:spPr>
          <a:xfrm>
            <a:off x="-1104433" y="-393100"/>
            <a:ext cx="2307233" cy="2084867"/>
          </a:xfrm>
          <a:custGeom>
            <a:avLst/>
            <a:gdLst/>
            <a:ahLst/>
            <a:cxnLst/>
            <a:rect l="l" t="t" r="r" b="b"/>
            <a:pathLst>
              <a:path w="69217" h="62546" extrusionOk="0">
                <a:moveTo>
                  <a:pt x="68549" y="368"/>
                </a:moveTo>
                <a:cubicBezTo>
                  <a:pt x="68015" y="5004"/>
                  <a:pt x="65680" y="9007"/>
                  <a:pt x="62211" y="12043"/>
                </a:cubicBezTo>
                <a:cubicBezTo>
                  <a:pt x="58542" y="15312"/>
                  <a:pt x="54005" y="16446"/>
                  <a:pt x="49202" y="16313"/>
                </a:cubicBezTo>
                <a:cubicBezTo>
                  <a:pt x="44932" y="16179"/>
                  <a:pt x="41163" y="16413"/>
                  <a:pt x="38327" y="19948"/>
                </a:cubicBezTo>
                <a:cubicBezTo>
                  <a:pt x="35592" y="23284"/>
                  <a:pt x="35559" y="27821"/>
                  <a:pt x="35259" y="31857"/>
                </a:cubicBezTo>
                <a:cubicBezTo>
                  <a:pt x="34825" y="37328"/>
                  <a:pt x="32824" y="41564"/>
                  <a:pt x="27553" y="43766"/>
                </a:cubicBezTo>
                <a:cubicBezTo>
                  <a:pt x="23550" y="45433"/>
                  <a:pt x="19080" y="45433"/>
                  <a:pt x="14844" y="45667"/>
                </a:cubicBezTo>
                <a:cubicBezTo>
                  <a:pt x="11141" y="45867"/>
                  <a:pt x="7305" y="46501"/>
                  <a:pt x="4470" y="49136"/>
                </a:cubicBezTo>
                <a:cubicBezTo>
                  <a:pt x="1201" y="52172"/>
                  <a:pt x="467" y="57942"/>
                  <a:pt x="33" y="62145"/>
                </a:cubicBezTo>
                <a:cubicBezTo>
                  <a:pt x="0" y="62546"/>
                  <a:pt x="634" y="62546"/>
                  <a:pt x="667" y="62145"/>
                </a:cubicBezTo>
                <a:cubicBezTo>
                  <a:pt x="1234" y="56541"/>
                  <a:pt x="2469" y="49803"/>
                  <a:pt x="8239" y="47468"/>
                </a:cubicBezTo>
                <a:cubicBezTo>
                  <a:pt x="12342" y="45800"/>
                  <a:pt x="17079" y="46367"/>
                  <a:pt x="21382" y="45867"/>
                </a:cubicBezTo>
                <a:cubicBezTo>
                  <a:pt x="24751" y="45500"/>
                  <a:pt x="28520" y="44633"/>
                  <a:pt x="31222" y="42398"/>
                </a:cubicBezTo>
                <a:cubicBezTo>
                  <a:pt x="34525" y="39696"/>
                  <a:pt x="35492" y="35993"/>
                  <a:pt x="35859" y="31857"/>
                </a:cubicBezTo>
                <a:cubicBezTo>
                  <a:pt x="36326" y="26720"/>
                  <a:pt x="36493" y="21016"/>
                  <a:pt x="41396" y="17980"/>
                </a:cubicBezTo>
                <a:cubicBezTo>
                  <a:pt x="43698" y="16613"/>
                  <a:pt x="46667" y="16813"/>
                  <a:pt x="49202" y="16880"/>
                </a:cubicBezTo>
                <a:cubicBezTo>
                  <a:pt x="51337" y="16946"/>
                  <a:pt x="53372" y="16846"/>
                  <a:pt x="55440" y="16313"/>
                </a:cubicBezTo>
                <a:cubicBezTo>
                  <a:pt x="62745" y="14478"/>
                  <a:pt x="68349" y="7706"/>
                  <a:pt x="69183" y="334"/>
                </a:cubicBezTo>
                <a:cubicBezTo>
                  <a:pt x="69216" y="1"/>
                  <a:pt x="68582" y="1"/>
                  <a:pt x="68549" y="3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7" name="Google Shape;177;p24"/>
          <p:cNvSpPr/>
          <p:nvPr/>
        </p:nvSpPr>
        <p:spPr>
          <a:xfrm>
            <a:off x="-637533" y="5861500"/>
            <a:ext cx="2092437" cy="1069448"/>
          </a:xfrm>
          <a:custGeom>
            <a:avLst/>
            <a:gdLst/>
            <a:ahLst/>
            <a:cxnLst/>
            <a:rect l="l" t="t" r="r" b="b"/>
            <a:pathLst>
              <a:path w="48102" h="24585" extrusionOk="0">
                <a:moveTo>
                  <a:pt x="46834" y="4870"/>
                </a:moveTo>
                <a:cubicBezTo>
                  <a:pt x="45533" y="1835"/>
                  <a:pt x="41997" y="0"/>
                  <a:pt x="38762" y="601"/>
                </a:cubicBezTo>
                <a:cubicBezTo>
                  <a:pt x="35626" y="1168"/>
                  <a:pt x="33358" y="3536"/>
                  <a:pt x="31023" y="5838"/>
                </a:cubicBezTo>
                <a:cubicBezTo>
                  <a:pt x="29121" y="7706"/>
                  <a:pt x="27153" y="9540"/>
                  <a:pt x="24652" y="10308"/>
                </a:cubicBezTo>
                <a:cubicBezTo>
                  <a:pt x="19314" y="11875"/>
                  <a:pt x="13544" y="7939"/>
                  <a:pt x="8173" y="9273"/>
                </a:cubicBezTo>
                <a:cubicBezTo>
                  <a:pt x="4671" y="10141"/>
                  <a:pt x="2202" y="13043"/>
                  <a:pt x="968" y="16512"/>
                </a:cubicBezTo>
                <a:cubicBezTo>
                  <a:pt x="368" y="18146"/>
                  <a:pt x="34" y="19881"/>
                  <a:pt x="1" y="21582"/>
                </a:cubicBezTo>
                <a:cubicBezTo>
                  <a:pt x="1" y="22583"/>
                  <a:pt x="34" y="23584"/>
                  <a:pt x="268" y="24584"/>
                </a:cubicBezTo>
                <a:lnTo>
                  <a:pt x="7439" y="24584"/>
                </a:lnTo>
                <a:lnTo>
                  <a:pt x="37194" y="24584"/>
                </a:lnTo>
                <a:cubicBezTo>
                  <a:pt x="37928" y="23384"/>
                  <a:pt x="38795" y="22216"/>
                  <a:pt x="39696" y="21149"/>
                </a:cubicBezTo>
                <a:cubicBezTo>
                  <a:pt x="41764" y="18747"/>
                  <a:pt x="44032" y="16545"/>
                  <a:pt x="45667" y="13843"/>
                </a:cubicBezTo>
                <a:cubicBezTo>
                  <a:pt x="47268" y="11175"/>
                  <a:pt x="48102" y="7772"/>
                  <a:pt x="46834" y="48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8" name="Google Shape;178;p24"/>
          <p:cNvSpPr/>
          <p:nvPr/>
        </p:nvSpPr>
        <p:spPr>
          <a:xfrm rot="8999926">
            <a:off x="10281173" y="5330361"/>
            <a:ext cx="2712167" cy="1960201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9" name="Google Shape;179;p24"/>
          <p:cNvSpPr/>
          <p:nvPr/>
        </p:nvSpPr>
        <p:spPr>
          <a:xfrm rot="10800000">
            <a:off x="10730011" y="-34079"/>
            <a:ext cx="1571956" cy="1022180"/>
          </a:xfrm>
          <a:custGeom>
            <a:avLst/>
            <a:gdLst/>
            <a:ahLst/>
            <a:cxnLst/>
            <a:rect l="l" t="t" r="r" b="b"/>
            <a:pathLst>
              <a:path w="27509" h="17888" extrusionOk="0">
                <a:moveTo>
                  <a:pt x="18162" y="0"/>
                </a:moveTo>
                <a:cubicBezTo>
                  <a:pt x="18036" y="0"/>
                  <a:pt x="17908" y="3"/>
                  <a:pt x="17780" y="8"/>
                </a:cubicBezTo>
                <a:cubicBezTo>
                  <a:pt x="15078" y="74"/>
                  <a:pt x="12443" y="1209"/>
                  <a:pt x="10174" y="2710"/>
                </a:cubicBezTo>
                <a:cubicBezTo>
                  <a:pt x="4971" y="6112"/>
                  <a:pt x="1301" y="11749"/>
                  <a:pt x="1" y="17887"/>
                </a:cubicBezTo>
                <a:lnTo>
                  <a:pt x="23818" y="17887"/>
                </a:lnTo>
                <a:cubicBezTo>
                  <a:pt x="25586" y="15619"/>
                  <a:pt x="26786" y="13150"/>
                  <a:pt x="26987" y="10782"/>
                </a:cubicBezTo>
                <a:cubicBezTo>
                  <a:pt x="27509" y="5200"/>
                  <a:pt x="23973" y="0"/>
                  <a:pt x="18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0" name="Google Shape;180;p24"/>
          <p:cNvSpPr txBox="1">
            <a:spLocks noGrp="1"/>
          </p:cNvSpPr>
          <p:nvPr>
            <p:ph type="title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title" idx="2"/>
          </p:nvPr>
        </p:nvSpPr>
        <p:spPr>
          <a:xfrm>
            <a:off x="1281051" y="3548233"/>
            <a:ext cx="30236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1"/>
          </p:nvPr>
        </p:nvSpPr>
        <p:spPr>
          <a:xfrm>
            <a:off x="1281851" y="4201800"/>
            <a:ext cx="3022000" cy="10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title" idx="3"/>
          </p:nvPr>
        </p:nvSpPr>
        <p:spPr>
          <a:xfrm>
            <a:off x="4584200" y="3548233"/>
            <a:ext cx="30236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4"/>
          <p:cNvSpPr txBox="1">
            <a:spLocks noGrp="1"/>
          </p:cNvSpPr>
          <p:nvPr>
            <p:ph type="subTitle" idx="4"/>
          </p:nvPr>
        </p:nvSpPr>
        <p:spPr>
          <a:xfrm>
            <a:off x="4584200" y="2140767"/>
            <a:ext cx="3023600" cy="10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R="121917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title" idx="5"/>
          </p:nvPr>
        </p:nvSpPr>
        <p:spPr>
          <a:xfrm>
            <a:off x="7822467" y="3548233"/>
            <a:ext cx="30236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subTitle" idx="6"/>
          </p:nvPr>
        </p:nvSpPr>
        <p:spPr>
          <a:xfrm>
            <a:off x="7819867" y="4201800"/>
            <a:ext cx="3023600" cy="103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93343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/>
          <p:nvPr/>
        </p:nvSpPr>
        <p:spPr>
          <a:xfrm>
            <a:off x="-48366" y="-146899"/>
            <a:ext cx="4447636" cy="1918337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9" name="Google Shape;189;p25"/>
          <p:cNvSpPr/>
          <p:nvPr/>
        </p:nvSpPr>
        <p:spPr>
          <a:xfrm rot="10800000">
            <a:off x="7787267" y="5076534"/>
            <a:ext cx="4447636" cy="1918337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0" name="Google Shape;190;p25"/>
          <p:cNvSpPr/>
          <p:nvPr/>
        </p:nvSpPr>
        <p:spPr>
          <a:xfrm>
            <a:off x="9324401" y="6316334"/>
            <a:ext cx="2998833" cy="649367"/>
          </a:xfrm>
          <a:custGeom>
            <a:avLst/>
            <a:gdLst/>
            <a:ahLst/>
            <a:cxnLst/>
            <a:rect l="l" t="t" r="r" b="b"/>
            <a:pathLst>
              <a:path w="89965" h="19481" extrusionOk="0">
                <a:moveTo>
                  <a:pt x="734" y="17279"/>
                </a:moveTo>
                <a:cubicBezTo>
                  <a:pt x="4237" y="9807"/>
                  <a:pt x="10208" y="2335"/>
                  <a:pt x="19314" y="2902"/>
                </a:cubicBezTo>
                <a:cubicBezTo>
                  <a:pt x="24285" y="3169"/>
                  <a:pt x="28854" y="5938"/>
                  <a:pt x="33291" y="7973"/>
                </a:cubicBezTo>
                <a:cubicBezTo>
                  <a:pt x="37160" y="9774"/>
                  <a:pt x="41263" y="11075"/>
                  <a:pt x="45500" y="11375"/>
                </a:cubicBezTo>
                <a:cubicBezTo>
                  <a:pt x="49336" y="11742"/>
                  <a:pt x="52972" y="10808"/>
                  <a:pt x="56341" y="8973"/>
                </a:cubicBezTo>
                <a:cubicBezTo>
                  <a:pt x="60010" y="7005"/>
                  <a:pt x="63179" y="4203"/>
                  <a:pt x="67215" y="3036"/>
                </a:cubicBezTo>
                <a:cubicBezTo>
                  <a:pt x="77823" y="0"/>
                  <a:pt x="84961" y="11475"/>
                  <a:pt x="89198" y="19147"/>
                </a:cubicBezTo>
                <a:cubicBezTo>
                  <a:pt x="89398" y="19481"/>
                  <a:pt x="89965" y="19181"/>
                  <a:pt x="89731" y="18814"/>
                </a:cubicBezTo>
                <a:cubicBezTo>
                  <a:pt x="85628" y="11308"/>
                  <a:pt x="80491" y="2936"/>
                  <a:pt x="71051" y="2035"/>
                </a:cubicBezTo>
                <a:cubicBezTo>
                  <a:pt x="66882" y="1668"/>
                  <a:pt x="63146" y="3936"/>
                  <a:pt x="59810" y="6038"/>
                </a:cubicBezTo>
                <a:cubicBezTo>
                  <a:pt x="55273" y="8973"/>
                  <a:pt x="51037" y="10975"/>
                  <a:pt x="45533" y="10708"/>
                </a:cubicBezTo>
                <a:cubicBezTo>
                  <a:pt x="40163" y="10441"/>
                  <a:pt x="35159" y="8139"/>
                  <a:pt x="30356" y="5838"/>
                </a:cubicBezTo>
                <a:cubicBezTo>
                  <a:pt x="26186" y="3870"/>
                  <a:pt x="21950" y="2002"/>
                  <a:pt x="17246" y="2168"/>
                </a:cubicBezTo>
                <a:cubicBezTo>
                  <a:pt x="9007" y="2469"/>
                  <a:pt x="3403" y="10174"/>
                  <a:pt x="234" y="16879"/>
                </a:cubicBezTo>
                <a:cubicBezTo>
                  <a:pt x="1" y="17346"/>
                  <a:pt x="568" y="17646"/>
                  <a:pt x="734" y="1727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1" name="Google Shape;191;p25"/>
          <p:cNvSpPr/>
          <p:nvPr/>
        </p:nvSpPr>
        <p:spPr>
          <a:xfrm rot="10800000">
            <a:off x="-258733" y="-146900"/>
            <a:ext cx="2998833" cy="649367"/>
          </a:xfrm>
          <a:custGeom>
            <a:avLst/>
            <a:gdLst/>
            <a:ahLst/>
            <a:cxnLst/>
            <a:rect l="l" t="t" r="r" b="b"/>
            <a:pathLst>
              <a:path w="89965" h="19481" extrusionOk="0">
                <a:moveTo>
                  <a:pt x="734" y="17279"/>
                </a:moveTo>
                <a:cubicBezTo>
                  <a:pt x="4237" y="9807"/>
                  <a:pt x="10208" y="2335"/>
                  <a:pt x="19314" y="2902"/>
                </a:cubicBezTo>
                <a:cubicBezTo>
                  <a:pt x="24285" y="3169"/>
                  <a:pt x="28854" y="5938"/>
                  <a:pt x="33291" y="7973"/>
                </a:cubicBezTo>
                <a:cubicBezTo>
                  <a:pt x="37160" y="9774"/>
                  <a:pt x="41263" y="11075"/>
                  <a:pt x="45500" y="11375"/>
                </a:cubicBezTo>
                <a:cubicBezTo>
                  <a:pt x="49336" y="11742"/>
                  <a:pt x="52972" y="10808"/>
                  <a:pt x="56341" y="8973"/>
                </a:cubicBezTo>
                <a:cubicBezTo>
                  <a:pt x="60010" y="7005"/>
                  <a:pt x="63179" y="4203"/>
                  <a:pt x="67215" y="3036"/>
                </a:cubicBezTo>
                <a:cubicBezTo>
                  <a:pt x="77823" y="0"/>
                  <a:pt x="84961" y="11475"/>
                  <a:pt x="89198" y="19147"/>
                </a:cubicBezTo>
                <a:cubicBezTo>
                  <a:pt x="89398" y="19481"/>
                  <a:pt x="89965" y="19181"/>
                  <a:pt x="89731" y="18814"/>
                </a:cubicBezTo>
                <a:cubicBezTo>
                  <a:pt x="85628" y="11308"/>
                  <a:pt x="80491" y="2936"/>
                  <a:pt x="71051" y="2035"/>
                </a:cubicBezTo>
                <a:cubicBezTo>
                  <a:pt x="66882" y="1668"/>
                  <a:pt x="63146" y="3936"/>
                  <a:pt x="59810" y="6038"/>
                </a:cubicBezTo>
                <a:cubicBezTo>
                  <a:pt x="55273" y="8973"/>
                  <a:pt x="51037" y="10975"/>
                  <a:pt x="45533" y="10708"/>
                </a:cubicBezTo>
                <a:cubicBezTo>
                  <a:pt x="40163" y="10441"/>
                  <a:pt x="35159" y="8139"/>
                  <a:pt x="30356" y="5838"/>
                </a:cubicBezTo>
                <a:cubicBezTo>
                  <a:pt x="26186" y="3870"/>
                  <a:pt x="21950" y="2002"/>
                  <a:pt x="17246" y="2168"/>
                </a:cubicBezTo>
                <a:cubicBezTo>
                  <a:pt x="9007" y="2469"/>
                  <a:pt x="3403" y="10174"/>
                  <a:pt x="234" y="16879"/>
                </a:cubicBezTo>
                <a:cubicBezTo>
                  <a:pt x="1" y="17346"/>
                  <a:pt x="568" y="17646"/>
                  <a:pt x="734" y="1727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2" name="Google Shape;192;p25"/>
          <p:cNvSpPr txBox="1">
            <a:spLocks noGrp="1"/>
          </p:cNvSpPr>
          <p:nvPr>
            <p:ph type="title"/>
          </p:nvPr>
        </p:nvSpPr>
        <p:spPr>
          <a:xfrm>
            <a:off x="1659225" y="4271917"/>
            <a:ext cx="39868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subTitle" idx="1"/>
          </p:nvPr>
        </p:nvSpPr>
        <p:spPr>
          <a:xfrm>
            <a:off x="1656425" y="2598167"/>
            <a:ext cx="3992400" cy="140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94" name="Google Shape;194;p25"/>
          <p:cNvSpPr txBox="1">
            <a:spLocks noGrp="1"/>
          </p:cNvSpPr>
          <p:nvPr>
            <p:ph type="title" idx="2"/>
          </p:nvPr>
        </p:nvSpPr>
        <p:spPr>
          <a:xfrm>
            <a:off x="6548775" y="4271917"/>
            <a:ext cx="39868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subTitle" idx="3"/>
          </p:nvPr>
        </p:nvSpPr>
        <p:spPr>
          <a:xfrm>
            <a:off x="6548775" y="2596896"/>
            <a:ext cx="3986800" cy="1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title" idx="4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53265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/>
          <p:nvPr/>
        </p:nvSpPr>
        <p:spPr>
          <a:xfrm>
            <a:off x="9400567" y="-92833"/>
            <a:ext cx="3271267" cy="2107333"/>
          </a:xfrm>
          <a:custGeom>
            <a:avLst/>
            <a:gdLst/>
            <a:ahLst/>
            <a:cxnLst/>
            <a:rect l="l" t="t" r="r" b="b"/>
            <a:pathLst>
              <a:path w="98138" h="63220" extrusionOk="0">
                <a:moveTo>
                  <a:pt x="2536" y="0"/>
                </a:moveTo>
                <a:cubicBezTo>
                  <a:pt x="768" y="2535"/>
                  <a:pt x="1" y="5704"/>
                  <a:pt x="535" y="8740"/>
                </a:cubicBezTo>
                <a:cubicBezTo>
                  <a:pt x="2036" y="17146"/>
                  <a:pt x="12410" y="20982"/>
                  <a:pt x="15879" y="28721"/>
                </a:cubicBezTo>
                <a:cubicBezTo>
                  <a:pt x="17914" y="33257"/>
                  <a:pt x="17280" y="38561"/>
                  <a:pt x="16513" y="43465"/>
                </a:cubicBezTo>
                <a:cubicBezTo>
                  <a:pt x="16079" y="46100"/>
                  <a:pt x="15612" y="48869"/>
                  <a:pt x="16446" y="51437"/>
                </a:cubicBezTo>
                <a:cubicBezTo>
                  <a:pt x="17046" y="53238"/>
                  <a:pt x="18181" y="54739"/>
                  <a:pt x="19448" y="56107"/>
                </a:cubicBezTo>
                <a:cubicBezTo>
                  <a:pt x="23932" y="60782"/>
                  <a:pt x="30436" y="63219"/>
                  <a:pt x="36910" y="63219"/>
                </a:cubicBezTo>
                <a:cubicBezTo>
                  <a:pt x="41754" y="63219"/>
                  <a:pt x="46583" y="61855"/>
                  <a:pt x="50537" y="59042"/>
                </a:cubicBezTo>
                <a:cubicBezTo>
                  <a:pt x="56375" y="54873"/>
                  <a:pt x="60044" y="48301"/>
                  <a:pt x="65548" y="43732"/>
                </a:cubicBezTo>
                <a:cubicBezTo>
                  <a:pt x="70526" y="39593"/>
                  <a:pt x="76988" y="37341"/>
                  <a:pt x="83454" y="37341"/>
                </a:cubicBezTo>
                <a:cubicBezTo>
                  <a:pt x="84180" y="37341"/>
                  <a:pt x="84905" y="37370"/>
                  <a:pt x="85629" y="37427"/>
                </a:cubicBezTo>
                <a:cubicBezTo>
                  <a:pt x="89591" y="37744"/>
                  <a:pt x="93614" y="38905"/>
                  <a:pt x="97525" y="38905"/>
                </a:cubicBezTo>
                <a:cubicBezTo>
                  <a:pt x="97730" y="38905"/>
                  <a:pt x="97934" y="38901"/>
                  <a:pt x="98138" y="38895"/>
                </a:cubicBezTo>
                <a:lnTo>
                  <a:pt x="981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9" name="Google Shape;199;p26"/>
          <p:cNvSpPr/>
          <p:nvPr/>
        </p:nvSpPr>
        <p:spPr>
          <a:xfrm>
            <a:off x="8753567" y="-697067"/>
            <a:ext cx="4100733" cy="2571867"/>
          </a:xfrm>
          <a:custGeom>
            <a:avLst/>
            <a:gdLst/>
            <a:ahLst/>
            <a:cxnLst/>
            <a:rect l="l" t="t" r="r" b="b"/>
            <a:pathLst>
              <a:path w="123022" h="77156" extrusionOk="0">
                <a:moveTo>
                  <a:pt x="5338" y="334"/>
                </a:moveTo>
                <a:cubicBezTo>
                  <a:pt x="0" y="9707"/>
                  <a:pt x="4504" y="20548"/>
                  <a:pt x="12242" y="26986"/>
                </a:cubicBezTo>
                <a:cubicBezTo>
                  <a:pt x="16345" y="30355"/>
                  <a:pt x="21582" y="31990"/>
                  <a:pt x="25519" y="35626"/>
                </a:cubicBezTo>
                <a:cubicBezTo>
                  <a:pt x="30622" y="40363"/>
                  <a:pt x="29121" y="47801"/>
                  <a:pt x="27754" y="53806"/>
                </a:cubicBezTo>
                <a:cubicBezTo>
                  <a:pt x="26586" y="58876"/>
                  <a:pt x="25585" y="64380"/>
                  <a:pt x="28521" y="69083"/>
                </a:cubicBezTo>
                <a:cubicBezTo>
                  <a:pt x="31089" y="73253"/>
                  <a:pt x="36526" y="75421"/>
                  <a:pt x="41130" y="76088"/>
                </a:cubicBezTo>
                <a:cubicBezTo>
                  <a:pt x="46600" y="76889"/>
                  <a:pt x="51537" y="74254"/>
                  <a:pt x="55907" y="71351"/>
                </a:cubicBezTo>
                <a:cubicBezTo>
                  <a:pt x="60977" y="67982"/>
                  <a:pt x="65614" y="63913"/>
                  <a:pt x="71451" y="61845"/>
                </a:cubicBezTo>
                <a:cubicBezTo>
                  <a:pt x="76121" y="60177"/>
                  <a:pt x="81225" y="60143"/>
                  <a:pt x="86095" y="60577"/>
                </a:cubicBezTo>
                <a:cubicBezTo>
                  <a:pt x="91466" y="61077"/>
                  <a:pt x="97103" y="62145"/>
                  <a:pt x="102007" y="64413"/>
                </a:cubicBezTo>
                <a:cubicBezTo>
                  <a:pt x="109412" y="67849"/>
                  <a:pt x="114315" y="75221"/>
                  <a:pt x="122488" y="77056"/>
                </a:cubicBezTo>
                <a:cubicBezTo>
                  <a:pt x="122855" y="77156"/>
                  <a:pt x="123022" y="76555"/>
                  <a:pt x="122655" y="76488"/>
                </a:cubicBezTo>
                <a:cubicBezTo>
                  <a:pt x="117184" y="75254"/>
                  <a:pt x="113014" y="71418"/>
                  <a:pt x="108745" y="68082"/>
                </a:cubicBezTo>
                <a:cubicBezTo>
                  <a:pt x="104342" y="64680"/>
                  <a:pt x="99772" y="62545"/>
                  <a:pt x="94334" y="61344"/>
                </a:cubicBezTo>
                <a:cubicBezTo>
                  <a:pt x="88497" y="60043"/>
                  <a:pt x="82393" y="59343"/>
                  <a:pt x="76422" y="60077"/>
                </a:cubicBezTo>
                <a:cubicBezTo>
                  <a:pt x="70751" y="60811"/>
                  <a:pt x="65947" y="63546"/>
                  <a:pt x="61378" y="66748"/>
                </a:cubicBezTo>
                <a:cubicBezTo>
                  <a:pt x="56441" y="70217"/>
                  <a:pt x="51571" y="74354"/>
                  <a:pt x="45466" y="75488"/>
                </a:cubicBezTo>
                <a:cubicBezTo>
                  <a:pt x="39295" y="76655"/>
                  <a:pt x="31423" y="73320"/>
                  <a:pt x="28421" y="67716"/>
                </a:cubicBezTo>
                <a:cubicBezTo>
                  <a:pt x="25252" y="61811"/>
                  <a:pt x="28621" y="54239"/>
                  <a:pt x="29521" y="48168"/>
                </a:cubicBezTo>
                <a:cubicBezTo>
                  <a:pt x="30189" y="43398"/>
                  <a:pt x="29388" y="38695"/>
                  <a:pt x="25919" y="35192"/>
                </a:cubicBezTo>
                <a:cubicBezTo>
                  <a:pt x="23717" y="32991"/>
                  <a:pt x="20749" y="31556"/>
                  <a:pt x="18047" y="30122"/>
                </a:cubicBezTo>
                <a:cubicBezTo>
                  <a:pt x="14778" y="28321"/>
                  <a:pt x="11842" y="26152"/>
                  <a:pt x="9340" y="23384"/>
                </a:cubicBezTo>
                <a:cubicBezTo>
                  <a:pt x="3736" y="17313"/>
                  <a:pt x="1602" y="8106"/>
                  <a:pt x="5871" y="701"/>
                </a:cubicBezTo>
                <a:cubicBezTo>
                  <a:pt x="6071" y="301"/>
                  <a:pt x="5538" y="0"/>
                  <a:pt x="5338" y="3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0" name="Google Shape;200;p26"/>
          <p:cNvSpPr/>
          <p:nvPr/>
        </p:nvSpPr>
        <p:spPr>
          <a:xfrm rot="10715375">
            <a:off x="110419" y="-164818"/>
            <a:ext cx="3400399" cy="1382260"/>
          </a:xfrm>
          <a:custGeom>
            <a:avLst/>
            <a:gdLst/>
            <a:ahLst/>
            <a:cxnLst/>
            <a:rect l="l" t="t" r="r" b="b"/>
            <a:pathLst>
              <a:path w="48102" h="24585" extrusionOk="0">
                <a:moveTo>
                  <a:pt x="46834" y="4870"/>
                </a:moveTo>
                <a:cubicBezTo>
                  <a:pt x="45533" y="1835"/>
                  <a:pt x="41997" y="0"/>
                  <a:pt x="38762" y="601"/>
                </a:cubicBezTo>
                <a:cubicBezTo>
                  <a:pt x="35626" y="1168"/>
                  <a:pt x="33358" y="3536"/>
                  <a:pt x="31023" y="5838"/>
                </a:cubicBezTo>
                <a:cubicBezTo>
                  <a:pt x="29121" y="7706"/>
                  <a:pt x="27153" y="9540"/>
                  <a:pt x="24652" y="10308"/>
                </a:cubicBezTo>
                <a:cubicBezTo>
                  <a:pt x="19314" y="11875"/>
                  <a:pt x="13544" y="7939"/>
                  <a:pt x="8173" y="9273"/>
                </a:cubicBezTo>
                <a:cubicBezTo>
                  <a:pt x="4671" y="10141"/>
                  <a:pt x="2202" y="13043"/>
                  <a:pt x="968" y="16512"/>
                </a:cubicBezTo>
                <a:cubicBezTo>
                  <a:pt x="368" y="18146"/>
                  <a:pt x="34" y="19881"/>
                  <a:pt x="1" y="21582"/>
                </a:cubicBezTo>
                <a:cubicBezTo>
                  <a:pt x="1" y="22583"/>
                  <a:pt x="34" y="23584"/>
                  <a:pt x="268" y="24584"/>
                </a:cubicBezTo>
                <a:lnTo>
                  <a:pt x="7439" y="24584"/>
                </a:lnTo>
                <a:lnTo>
                  <a:pt x="37194" y="24584"/>
                </a:lnTo>
                <a:cubicBezTo>
                  <a:pt x="37928" y="23384"/>
                  <a:pt x="38795" y="22216"/>
                  <a:pt x="39696" y="21149"/>
                </a:cubicBezTo>
                <a:cubicBezTo>
                  <a:pt x="41764" y="18747"/>
                  <a:pt x="44032" y="16545"/>
                  <a:pt x="45667" y="13843"/>
                </a:cubicBezTo>
                <a:cubicBezTo>
                  <a:pt x="47268" y="11175"/>
                  <a:pt x="48102" y="7772"/>
                  <a:pt x="46834" y="487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1" name="Google Shape;201;p26"/>
          <p:cNvSpPr/>
          <p:nvPr/>
        </p:nvSpPr>
        <p:spPr>
          <a:xfrm>
            <a:off x="10713500" y="5421568"/>
            <a:ext cx="2325339" cy="1769817"/>
          </a:xfrm>
          <a:custGeom>
            <a:avLst/>
            <a:gdLst/>
            <a:ahLst/>
            <a:cxnLst/>
            <a:rect l="l" t="t" r="r" b="b"/>
            <a:pathLst>
              <a:path w="18715" h="14244" extrusionOk="0">
                <a:moveTo>
                  <a:pt x="15445" y="1735"/>
                </a:moveTo>
                <a:cubicBezTo>
                  <a:pt x="14378" y="1034"/>
                  <a:pt x="13044" y="534"/>
                  <a:pt x="11442" y="334"/>
                </a:cubicBezTo>
                <a:cubicBezTo>
                  <a:pt x="9674" y="67"/>
                  <a:pt x="7840" y="0"/>
                  <a:pt x="6205" y="634"/>
                </a:cubicBezTo>
                <a:cubicBezTo>
                  <a:pt x="3970" y="1468"/>
                  <a:pt x="2369" y="3536"/>
                  <a:pt x="1535" y="5804"/>
                </a:cubicBezTo>
                <a:cubicBezTo>
                  <a:pt x="635" y="8206"/>
                  <a:pt x="1" y="11542"/>
                  <a:pt x="501" y="14244"/>
                </a:cubicBezTo>
                <a:lnTo>
                  <a:pt x="16880" y="14244"/>
                </a:lnTo>
                <a:cubicBezTo>
                  <a:pt x="17013" y="14077"/>
                  <a:pt x="17113" y="13910"/>
                  <a:pt x="17180" y="13810"/>
                </a:cubicBezTo>
                <a:cubicBezTo>
                  <a:pt x="17880" y="12543"/>
                  <a:pt x="18181" y="11142"/>
                  <a:pt x="18347" y="9707"/>
                </a:cubicBezTo>
                <a:cubicBezTo>
                  <a:pt x="18714" y="6038"/>
                  <a:pt x="17814" y="3336"/>
                  <a:pt x="15445" y="173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2" name="Google Shape;202;p26"/>
          <p:cNvSpPr/>
          <p:nvPr/>
        </p:nvSpPr>
        <p:spPr>
          <a:xfrm rot="7605318">
            <a:off x="-951506" y="4231298"/>
            <a:ext cx="2556305" cy="2462905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3" name="Google Shape;203;p26"/>
          <p:cNvSpPr txBox="1">
            <a:spLocks noGrp="1"/>
          </p:cNvSpPr>
          <p:nvPr>
            <p:ph type="title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26"/>
          <p:cNvSpPr txBox="1">
            <a:spLocks noGrp="1"/>
          </p:cNvSpPr>
          <p:nvPr>
            <p:ph type="subTitle" idx="1"/>
          </p:nvPr>
        </p:nvSpPr>
        <p:spPr>
          <a:xfrm>
            <a:off x="1902533" y="4077567"/>
            <a:ext cx="2708000" cy="13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05" name="Google Shape;205;p26"/>
          <p:cNvSpPr txBox="1">
            <a:spLocks noGrp="1"/>
          </p:cNvSpPr>
          <p:nvPr>
            <p:ph type="title" idx="2" hasCustomPrompt="1"/>
          </p:nvPr>
        </p:nvSpPr>
        <p:spPr>
          <a:xfrm>
            <a:off x="1903133" y="3496767"/>
            <a:ext cx="2706800" cy="42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  <p:sp>
        <p:nvSpPr>
          <p:cNvPr id="206" name="Google Shape;206;p26"/>
          <p:cNvSpPr txBox="1">
            <a:spLocks noGrp="1"/>
          </p:cNvSpPr>
          <p:nvPr>
            <p:ph type="subTitle" idx="3"/>
          </p:nvPr>
        </p:nvSpPr>
        <p:spPr>
          <a:xfrm>
            <a:off x="7581467" y="4077567"/>
            <a:ext cx="2708000" cy="134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title" idx="4" hasCustomPrompt="1"/>
          </p:nvPr>
        </p:nvSpPr>
        <p:spPr>
          <a:xfrm>
            <a:off x="7582067" y="3496767"/>
            <a:ext cx="2706800" cy="42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3820761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7"/>
          <p:cNvSpPr/>
          <p:nvPr/>
        </p:nvSpPr>
        <p:spPr>
          <a:xfrm>
            <a:off x="907101" y="-89067"/>
            <a:ext cx="967353" cy="898445"/>
          </a:xfrm>
          <a:custGeom>
            <a:avLst/>
            <a:gdLst/>
            <a:ahLst/>
            <a:cxnLst/>
            <a:rect l="l" t="t" r="r" b="b"/>
            <a:pathLst>
              <a:path w="16846" h="15646" extrusionOk="0">
                <a:moveTo>
                  <a:pt x="9207" y="14544"/>
                </a:moveTo>
                <a:cubicBezTo>
                  <a:pt x="11876" y="15645"/>
                  <a:pt x="14377" y="15145"/>
                  <a:pt x="16846" y="14211"/>
                </a:cubicBezTo>
                <a:cubicBezTo>
                  <a:pt x="13343" y="13043"/>
                  <a:pt x="10274" y="10608"/>
                  <a:pt x="8807" y="7206"/>
                </a:cubicBezTo>
                <a:cubicBezTo>
                  <a:pt x="7806" y="4971"/>
                  <a:pt x="7606" y="2502"/>
                  <a:pt x="7639" y="1"/>
                </a:cubicBezTo>
                <a:lnTo>
                  <a:pt x="0" y="1"/>
                </a:lnTo>
                <a:cubicBezTo>
                  <a:pt x="101" y="2969"/>
                  <a:pt x="1401" y="6038"/>
                  <a:pt x="2836" y="8540"/>
                </a:cubicBezTo>
                <a:cubicBezTo>
                  <a:pt x="4304" y="11142"/>
                  <a:pt x="6405" y="13444"/>
                  <a:pt x="9207" y="145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0" name="Google Shape;210;p27"/>
          <p:cNvSpPr/>
          <p:nvPr/>
        </p:nvSpPr>
        <p:spPr>
          <a:xfrm>
            <a:off x="2751754" y="405131"/>
            <a:ext cx="1057393" cy="388928"/>
          </a:xfrm>
          <a:custGeom>
            <a:avLst/>
            <a:gdLst/>
            <a:ahLst/>
            <a:cxnLst/>
            <a:rect l="l" t="t" r="r" b="b"/>
            <a:pathLst>
              <a:path w="18414" h="6773" extrusionOk="0">
                <a:moveTo>
                  <a:pt x="7939" y="768"/>
                </a:moveTo>
                <a:cubicBezTo>
                  <a:pt x="5171" y="1402"/>
                  <a:pt x="2602" y="2769"/>
                  <a:pt x="0" y="3970"/>
                </a:cubicBezTo>
                <a:cubicBezTo>
                  <a:pt x="934" y="4471"/>
                  <a:pt x="1902" y="4971"/>
                  <a:pt x="2902" y="5371"/>
                </a:cubicBezTo>
                <a:cubicBezTo>
                  <a:pt x="6672" y="6772"/>
                  <a:pt x="11042" y="6105"/>
                  <a:pt x="14444" y="4037"/>
                </a:cubicBezTo>
                <a:cubicBezTo>
                  <a:pt x="15945" y="3103"/>
                  <a:pt x="17279" y="1935"/>
                  <a:pt x="18414" y="635"/>
                </a:cubicBezTo>
                <a:cubicBezTo>
                  <a:pt x="14911" y="368"/>
                  <a:pt x="11375" y="1"/>
                  <a:pt x="7939" y="7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1" name="Google Shape;211;p27"/>
          <p:cNvSpPr/>
          <p:nvPr/>
        </p:nvSpPr>
        <p:spPr>
          <a:xfrm>
            <a:off x="1343815" y="-89066"/>
            <a:ext cx="3564783" cy="890751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2" name="Google Shape;212;p27"/>
          <p:cNvSpPr/>
          <p:nvPr/>
        </p:nvSpPr>
        <p:spPr>
          <a:xfrm>
            <a:off x="10136500" y="5017834"/>
            <a:ext cx="3668113" cy="2651105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3" name="Google Shape;213;p27"/>
          <p:cNvSpPr/>
          <p:nvPr/>
        </p:nvSpPr>
        <p:spPr>
          <a:xfrm>
            <a:off x="10345234" y="5050134"/>
            <a:ext cx="2556300" cy="2462900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4" name="Google Shape;214;p27"/>
          <p:cNvSpPr/>
          <p:nvPr/>
        </p:nvSpPr>
        <p:spPr>
          <a:xfrm>
            <a:off x="-1500200" y="-323767"/>
            <a:ext cx="3374667" cy="1724600"/>
          </a:xfrm>
          <a:custGeom>
            <a:avLst/>
            <a:gdLst/>
            <a:ahLst/>
            <a:cxnLst/>
            <a:rect l="l" t="t" r="r" b="b"/>
            <a:pathLst>
              <a:path w="101240" h="51738" extrusionOk="0">
                <a:moveTo>
                  <a:pt x="100572" y="234"/>
                </a:moveTo>
                <a:cubicBezTo>
                  <a:pt x="96369" y="2669"/>
                  <a:pt x="93000" y="6139"/>
                  <a:pt x="90531" y="10342"/>
                </a:cubicBezTo>
                <a:cubicBezTo>
                  <a:pt x="89364" y="12343"/>
                  <a:pt x="88530" y="14511"/>
                  <a:pt x="87930" y="16746"/>
                </a:cubicBezTo>
                <a:cubicBezTo>
                  <a:pt x="87162" y="19581"/>
                  <a:pt x="87029" y="22584"/>
                  <a:pt x="86162" y="25352"/>
                </a:cubicBezTo>
                <a:cubicBezTo>
                  <a:pt x="83827" y="32624"/>
                  <a:pt x="75354" y="33091"/>
                  <a:pt x="69150" y="31490"/>
                </a:cubicBezTo>
                <a:cubicBezTo>
                  <a:pt x="64513" y="30322"/>
                  <a:pt x="59476" y="27687"/>
                  <a:pt x="55206" y="31223"/>
                </a:cubicBezTo>
                <a:cubicBezTo>
                  <a:pt x="53572" y="32624"/>
                  <a:pt x="52671" y="34726"/>
                  <a:pt x="51737" y="36594"/>
                </a:cubicBezTo>
                <a:cubicBezTo>
                  <a:pt x="50369" y="39362"/>
                  <a:pt x="48702" y="41797"/>
                  <a:pt x="46133" y="43632"/>
                </a:cubicBezTo>
                <a:cubicBezTo>
                  <a:pt x="40162" y="47802"/>
                  <a:pt x="34692" y="43899"/>
                  <a:pt x="29488" y="40763"/>
                </a:cubicBezTo>
                <a:cubicBezTo>
                  <a:pt x="20582" y="35326"/>
                  <a:pt x="9307" y="37494"/>
                  <a:pt x="3002" y="45700"/>
                </a:cubicBezTo>
                <a:cubicBezTo>
                  <a:pt x="1701" y="47368"/>
                  <a:pt x="801" y="49236"/>
                  <a:pt x="134" y="51204"/>
                </a:cubicBezTo>
                <a:cubicBezTo>
                  <a:pt x="0" y="51571"/>
                  <a:pt x="567" y="51738"/>
                  <a:pt x="701" y="51371"/>
                </a:cubicBezTo>
                <a:cubicBezTo>
                  <a:pt x="2702" y="45667"/>
                  <a:pt x="7139" y="41297"/>
                  <a:pt x="12843" y="39296"/>
                </a:cubicBezTo>
                <a:cubicBezTo>
                  <a:pt x="19181" y="37061"/>
                  <a:pt x="25485" y="38862"/>
                  <a:pt x="30889" y="42364"/>
                </a:cubicBezTo>
                <a:cubicBezTo>
                  <a:pt x="35092" y="45033"/>
                  <a:pt x="39195" y="47301"/>
                  <a:pt x="44198" y="45400"/>
                </a:cubicBezTo>
                <a:cubicBezTo>
                  <a:pt x="48802" y="43665"/>
                  <a:pt x="51037" y="39462"/>
                  <a:pt x="53138" y="35359"/>
                </a:cubicBezTo>
                <a:cubicBezTo>
                  <a:pt x="54639" y="32457"/>
                  <a:pt x="56574" y="30222"/>
                  <a:pt x="60076" y="30056"/>
                </a:cubicBezTo>
                <a:cubicBezTo>
                  <a:pt x="63345" y="29889"/>
                  <a:pt x="66648" y="31523"/>
                  <a:pt x="69717" y="32324"/>
                </a:cubicBezTo>
                <a:cubicBezTo>
                  <a:pt x="74220" y="33458"/>
                  <a:pt x="79724" y="33491"/>
                  <a:pt x="83493" y="30322"/>
                </a:cubicBezTo>
                <a:cubicBezTo>
                  <a:pt x="87729" y="26787"/>
                  <a:pt x="87396" y="21216"/>
                  <a:pt x="88730" y="16312"/>
                </a:cubicBezTo>
                <a:cubicBezTo>
                  <a:pt x="90231" y="10809"/>
                  <a:pt x="93800" y="5938"/>
                  <a:pt x="98304" y="2469"/>
                </a:cubicBezTo>
                <a:cubicBezTo>
                  <a:pt x="99138" y="1835"/>
                  <a:pt x="100038" y="1302"/>
                  <a:pt x="100906" y="768"/>
                </a:cubicBezTo>
                <a:cubicBezTo>
                  <a:pt x="101239" y="568"/>
                  <a:pt x="100906" y="1"/>
                  <a:pt x="100572" y="2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5" name="Google Shape;215;p27"/>
          <p:cNvSpPr txBox="1">
            <a:spLocks noGrp="1"/>
          </p:cNvSpPr>
          <p:nvPr>
            <p:ph type="title"/>
          </p:nvPr>
        </p:nvSpPr>
        <p:spPr>
          <a:xfrm>
            <a:off x="1792176" y="2282648"/>
            <a:ext cx="38648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7"/>
          <p:cNvSpPr txBox="1">
            <a:spLocks noGrp="1"/>
          </p:cNvSpPr>
          <p:nvPr>
            <p:ph type="subTitle" idx="1"/>
          </p:nvPr>
        </p:nvSpPr>
        <p:spPr>
          <a:xfrm>
            <a:off x="1794776" y="2970067"/>
            <a:ext cx="3859600" cy="101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title" idx="2"/>
          </p:nvPr>
        </p:nvSpPr>
        <p:spPr>
          <a:xfrm>
            <a:off x="6504579" y="2282633"/>
            <a:ext cx="38648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subTitle" idx="3"/>
          </p:nvPr>
        </p:nvSpPr>
        <p:spPr>
          <a:xfrm>
            <a:off x="6504579" y="2969233"/>
            <a:ext cx="3864800" cy="101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title" idx="4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title" idx="5"/>
          </p:nvPr>
        </p:nvSpPr>
        <p:spPr>
          <a:xfrm>
            <a:off x="1792176" y="4396515"/>
            <a:ext cx="38648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6"/>
          </p:nvPr>
        </p:nvSpPr>
        <p:spPr>
          <a:xfrm>
            <a:off x="1792176" y="5078300"/>
            <a:ext cx="3864800" cy="101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title" idx="7"/>
          </p:nvPr>
        </p:nvSpPr>
        <p:spPr>
          <a:xfrm>
            <a:off x="6504579" y="4396500"/>
            <a:ext cx="38648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667" b="1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subTitle" idx="8"/>
          </p:nvPr>
        </p:nvSpPr>
        <p:spPr>
          <a:xfrm>
            <a:off x="6504579" y="5077467"/>
            <a:ext cx="3864800" cy="101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61092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/>
          <p:nvPr/>
        </p:nvSpPr>
        <p:spPr>
          <a:xfrm>
            <a:off x="-53500" y="-65555"/>
            <a:ext cx="3473527" cy="867948"/>
          </a:xfrm>
          <a:custGeom>
            <a:avLst/>
            <a:gdLst/>
            <a:ahLst/>
            <a:cxnLst/>
            <a:rect l="l" t="t" r="r" b="b"/>
            <a:pathLst>
              <a:path w="62079" h="15512" extrusionOk="0">
                <a:moveTo>
                  <a:pt x="34" y="1"/>
                </a:moveTo>
                <a:cubicBezTo>
                  <a:pt x="1" y="2502"/>
                  <a:pt x="201" y="4971"/>
                  <a:pt x="1202" y="7206"/>
                </a:cubicBezTo>
                <a:cubicBezTo>
                  <a:pt x="2669" y="10541"/>
                  <a:pt x="5772" y="13043"/>
                  <a:pt x="9241" y="14211"/>
                </a:cubicBezTo>
                <a:cubicBezTo>
                  <a:pt x="9608" y="14344"/>
                  <a:pt x="10008" y="14478"/>
                  <a:pt x="10408" y="14544"/>
                </a:cubicBezTo>
                <a:cubicBezTo>
                  <a:pt x="14378" y="15512"/>
                  <a:pt x="18581" y="14945"/>
                  <a:pt x="22384" y="13477"/>
                </a:cubicBezTo>
                <a:cubicBezTo>
                  <a:pt x="23084" y="13177"/>
                  <a:pt x="23851" y="12876"/>
                  <a:pt x="24552" y="12543"/>
                </a:cubicBezTo>
                <a:cubicBezTo>
                  <a:pt x="27187" y="11342"/>
                  <a:pt x="29722" y="9974"/>
                  <a:pt x="32524" y="9341"/>
                </a:cubicBezTo>
                <a:cubicBezTo>
                  <a:pt x="35927" y="8540"/>
                  <a:pt x="39462" y="8974"/>
                  <a:pt x="42965" y="9207"/>
                </a:cubicBezTo>
                <a:cubicBezTo>
                  <a:pt x="46034" y="9474"/>
                  <a:pt x="49069" y="9574"/>
                  <a:pt x="51971" y="8840"/>
                </a:cubicBezTo>
                <a:cubicBezTo>
                  <a:pt x="56475" y="7673"/>
                  <a:pt x="60277" y="4270"/>
                  <a:pt x="62079" y="1"/>
                </a:cubicBezTo>
                <a:lnTo>
                  <a:pt x="3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6" name="Google Shape;226;p28"/>
          <p:cNvSpPr/>
          <p:nvPr/>
        </p:nvSpPr>
        <p:spPr>
          <a:xfrm rot="10800000">
            <a:off x="7787358" y="-53188"/>
            <a:ext cx="4132729" cy="772523"/>
          </a:xfrm>
          <a:custGeom>
            <a:avLst/>
            <a:gdLst/>
            <a:ahLst/>
            <a:cxnLst/>
            <a:rect l="l" t="t" r="r" b="b"/>
            <a:pathLst>
              <a:path w="85129" h="15913" extrusionOk="0">
                <a:moveTo>
                  <a:pt x="81192" y="11976"/>
                </a:moveTo>
                <a:cubicBezTo>
                  <a:pt x="76022" y="6973"/>
                  <a:pt x="68016" y="4037"/>
                  <a:pt x="61511" y="7073"/>
                </a:cubicBezTo>
                <a:cubicBezTo>
                  <a:pt x="58643" y="8407"/>
                  <a:pt x="56207" y="10575"/>
                  <a:pt x="53005" y="11075"/>
                </a:cubicBezTo>
                <a:cubicBezTo>
                  <a:pt x="51437" y="11342"/>
                  <a:pt x="49803" y="11242"/>
                  <a:pt x="48202" y="10975"/>
                </a:cubicBezTo>
                <a:cubicBezTo>
                  <a:pt x="46434" y="10608"/>
                  <a:pt x="44666" y="10008"/>
                  <a:pt x="43031" y="9241"/>
                </a:cubicBezTo>
                <a:cubicBezTo>
                  <a:pt x="38795" y="7239"/>
                  <a:pt x="34992" y="4304"/>
                  <a:pt x="30689" y="2403"/>
                </a:cubicBezTo>
                <a:cubicBezTo>
                  <a:pt x="26353" y="568"/>
                  <a:pt x="21016" y="1"/>
                  <a:pt x="17180" y="2803"/>
                </a:cubicBezTo>
                <a:cubicBezTo>
                  <a:pt x="15745" y="3870"/>
                  <a:pt x="14611" y="5338"/>
                  <a:pt x="13143" y="6405"/>
                </a:cubicBezTo>
                <a:cubicBezTo>
                  <a:pt x="10942" y="8040"/>
                  <a:pt x="8140" y="8640"/>
                  <a:pt x="5671" y="9741"/>
                </a:cubicBezTo>
                <a:cubicBezTo>
                  <a:pt x="3336" y="10842"/>
                  <a:pt x="1335" y="13210"/>
                  <a:pt x="1" y="15912"/>
                </a:cubicBezTo>
                <a:lnTo>
                  <a:pt x="44032" y="15912"/>
                </a:lnTo>
                <a:lnTo>
                  <a:pt x="85128" y="15912"/>
                </a:lnTo>
                <a:cubicBezTo>
                  <a:pt x="83727" y="14678"/>
                  <a:pt x="82526" y="13244"/>
                  <a:pt x="81192" y="11976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7" name="Google Shape;227;p28"/>
          <p:cNvSpPr/>
          <p:nvPr/>
        </p:nvSpPr>
        <p:spPr>
          <a:xfrm rot="10800000" flipH="1">
            <a:off x="-820912" y="-449430"/>
            <a:ext cx="4367501" cy="945737"/>
          </a:xfrm>
          <a:custGeom>
            <a:avLst/>
            <a:gdLst/>
            <a:ahLst/>
            <a:cxnLst/>
            <a:rect l="l" t="t" r="r" b="b"/>
            <a:pathLst>
              <a:path w="89965" h="19481" extrusionOk="0">
                <a:moveTo>
                  <a:pt x="734" y="17279"/>
                </a:moveTo>
                <a:cubicBezTo>
                  <a:pt x="4237" y="9807"/>
                  <a:pt x="10208" y="2335"/>
                  <a:pt x="19314" y="2902"/>
                </a:cubicBezTo>
                <a:cubicBezTo>
                  <a:pt x="24285" y="3169"/>
                  <a:pt x="28854" y="5938"/>
                  <a:pt x="33291" y="7973"/>
                </a:cubicBezTo>
                <a:cubicBezTo>
                  <a:pt x="37160" y="9774"/>
                  <a:pt x="41263" y="11075"/>
                  <a:pt x="45500" y="11375"/>
                </a:cubicBezTo>
                <a:cubicBezTo>
                  <a:pt x="49336" y="11742"/>
                  <a:pt x="52972" y="10808"/>
                  <a:pt x="56341" y="8973"/>
                </a:cubicBezTo>
                <a:cubicBezTo>
                  <a:pt x="60010" y="7005"/>
                  <a:pt x="63179" y="4203"/>
                  <a:pt x="67215" y="3036"/>
                </a:cubicBezTo>
                <a:cubicBezTo>
                  <a:pt x="77823" y="0"/>
                  <a:pt x="84961" y="11475"/>
                  <a:pt x="89198" y="19147"/>
                </a:cubicBezTo>
                <a:cubicBezTo>
                  <a:pt x="89398" y="19481"/>
                  <a:pt x="89965" y="19181"/>
                  <a:pt x="89731" y="18814"/>
                </a:cubicBezTo>
                <a:cubicBezTo>
                  <a:pt x="85628" y="11308"/>
                  <a:pt x="80491" y="2936"/>
                  <a:pt x="71051" y="2035"/>
                </a:cubicBezTo>
                <a:cubicBezTo>
                  <a:pt x="66882" y="1668"/>
                  <a:pt x="63146" y="3936"/>
                  <a:pt x="59810" y="6038"/>
                </a:cubicBezTo>
                <a:cubicBezTo>
                  <a:pt x="55273" y="8973"/>
                  <a:pt x="51037" y="10975"/>
                  <a:pt x="45533" y="10708"/>
                </a:cubicBezTo>
                <a:cubicBezTo>
                  <a:pt x="40163" y="10441"/>
                  <a:pt x="35159" y="8139"/>
                  <a:pt x="30356" y="5838"/>
                </a:cubicBezTo>
                <a:cubicBezTo>
                  <a:pt x="26186" y="3870"/>
                  <a:pt x="21950" y="2002"/>
                  <a:pt x="17246" y="2168"/>
                </a:cubicBezTo>
                <a:cubicBezTo>
                  <a:pt x="9007" y="2469"/>
                  <a:pt x="3403" y="10174"/>
                  <a:pt x="234" y="16879"/>
                </a:cubicBezTo>
                <a:cubicBezTo>
                  <a:pt x="1" y="17346"/>
                  <a:pt x="568" y="17646"/>
                  <a:pt x="734" y="172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8" name="Google Shape;228;p28"/>
          <p:cNvSpPr txBox="1">
            <a:spLocks noGrp="1"/>
          </p:cNvSpPr>
          <p:nvPr>
            <p:ph type="title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subTitle" idx="1"/>
          </p:nvPr>
        </p:nvSpPr>
        <p:spPr>
          <a:xfrm>
            <a:off x="1156700" y="4899933"/>
            <a:ext cx="2560400" cy="5488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ebas Neue"/>
              <a:buNone/>
              <a:defRPr sz="2667" b="1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subTitle" idx="2"/>
          </p:nvPr>
        </p:nvSpPr>
        <p:spPr>
          <a:xfrm>
            <a:off x="1156700" y="5509700"/>
            <a:ext cx="2560400" cy="606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31" name="Google Shape;231;p28"/>
          <p:cNvSpPr txBox="1">
            <a:spLocks noGrp="1"/>
          </p:cNvSpPr>
          <p:nvPr>
            <p:ph type="subTitle" idx="3"/>
          </p:nvPr>
        </p:nvSpPr>
        <p:spPr>
          <a:xfrm>
            <a:off x="8426584" y="5509700"/>
            <a:ext cx="2560400" cy="60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subTitle" idx="4"/>
          </p:nvPr>
        </p:nvSpPr>
        <p:spPr>
          <a:xfrm>
            <a:off x="8426600" y="4899933"/>
            <a:ext cx="2560400" cy="5488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ebas Neue"/>
              <a:buNone/>
              <a:defRPr sz="2667" b="1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33" name="Google Shape;233;p28"/>
          <p:cNvSpPr txBox="1">
            <a:spLocks noGrp="1"/>
          </p:cNvSpPr>
          <p:nvPr>
            <p:ph type="subTitle" idx="5"/>
          </p:nvPr>
        </p:nvSpPr>
        <p:spPr>
          <a:xfrm>
            <a:off x="4791641" y="5509700"/>
            <a:ext cx="2560400" cy="60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34" name="Google Shape;234;p28"/>
          <p:cNvSpPr txBox="1">
            <a:spLocks noGrp="1"/>
          </p:cNvSpPr>
          <p:nvPr>
            <p:ph type="subTitle" idx="6"/>
          </p:nvPr>
        </p:nvSpPr>
        <p:spPr>
          <a:xfrm>
            <a:off x="4791456" y="4899933"/>
            <a:ext cx="2560400" cy="5488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ebas Neue"/>
              <a:buNone/>
              <a:defRPr sz="2667" b="1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35" name="Google Shape;235;p28"/>
          <p:cNvSpPr txBox="1">
            <a:spLocks noGrp="1"/>
          </p:cNvSpPr>
          <p:nvPr>
            <p:ph type="subTitle" idx="7"/>
          </p:nvPr>
        </p:nvSpPr>
        <p:spPr>
          <a:xfrm>
            <a:off x="1156700" y="2645664"/>
            <a:ext cx="2560400" cy="5488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ebas Neue"/>
              <a:buNone/>
              <a:defRPr sz="2667" b="1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36" name="Google Shape;236;p28"/>
          <p:cNvSpPr txBox="1">
            <a:spLocks noGrp="1"/>
          </p:cNvSpPr>
          <p:nvPr>
            <p:ph type="subTitle" idx="8"/>
          </p:nvPr>
        </p:nvSpPr>
        <p:spPr>
          <a:xfrm>
            <a:off x="1156700" y="3247035"/>
            <a:ext cx="2560400" cy="601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37" name="Google Shape;237;p28"/>
          <p:cNvSpPr txBox="1">
            <a:spLocks noGrp="1"/>
          </p:cNvSpPr>
          <p:nvPr>
            <p:ph type="subTitle" idx="9"/>
          </p:nvPr>
        </p:nvSpPr>
        <p:spPr>
          <a:xfrm>
            <a:off x="8426596" y="3245167"/>
            <a:ext cx="2560400" cy="6052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38" name="Google Shape;238;p28"/>
          <p:cNvSpPr txBox="1">
            <a:spLocks noGrp="1"/>
          </p:cNvSpPr>
          <p:nvPr>
            <p:ph type="subTitle" idx="13"/>
          </p:nvPr>
        </p:nvSpPr>
        <p:spPr>
          <a:xfrm>
            <a:off x="8426584" y="2641208"/>
            <a:ext cx="2560400" cy="5488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ebas Neue"/>
              <a:buNone/>
              <a:defRPr sz="2667" b="1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39" name="Google Shape;239;p28"/>
          <p:cNvSpPr txBox="1">
            <a:spLocks noGrp="1"/>
          </p:cNvSpPr>
          <p:nvPr>
            <p:ph type="subTitle" idx="14"/>
          </p:nvPr>
        </p:nvSpPr>
        <p:spPr>
          <a:xfrm>
            <a:off x="4791648" y="3245167"/>
            <a:ext cx="2560400" cy="6052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240" name="Google Shape;240;p28"/>
          <p:cNvSpPr txBox="1">
            <a:spLocks noGrp="1"/>
          </p:cNvSpPr>
          <p:nvPr>
            <p:ph type="subTitle" idx="15"/>
          </p:nvPr>
        </p:nvSpPr>
        <p:spPr>
          <a:xfrm>
            <a:off x="4791456" y="2641208"/>
            <a:ext cx="2560400" cy="5488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ebas Neue"/>
              <a:buNone/>
              <a:defRPr sz="2667" b="1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9941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/>
          <p:nvPr/>
        </p:nvSpPr>
        <p:spPr>
          <a:xfrm>
            <a:off x="107633" y="-1670534"/>
            <a:ext cx="4296144" cy="3105011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3" name="Google Shape;243;p29"/>
          <p:cNvSpPr/>
          <p:nvPr/>
        </p:nvSpPr>
        <p:spPr>
          <a:xfrm flipH="1">
            <a:off x="5301234" y="5805633"/>
            <a:ext cx="6924676" cy="1294416"/>
          </a:xfrm>
          <a:custGeom>
            <a:avLst/>
            <a:gdLst/>
            <a:ahLst/>
            <a:cxnLst/>
            <a:rect l="l" t="t" r="r" b="b"/>
            <a:pathLst>
              <a:path w="85129" h="15913" extrusionOk="0">
                <a:moveTo>
                  <a:pt x="81192" y="11976"/>
                </a:moveTo>
                <a:cubicBezTo>
                  <a:pt x="76022" y="6973"/>
                  <a:pt x="68016" y="4037"/>
                  <a:pt x="61511" y="7073"/>
                </a:cubicBezTo>
                <a:cubicBezTo>
                  <a:pt x="58643" y="8407"/>
                  <a:pt x="56207" y="10575"/>
                  <a:pt x="53005" y="11075"/>
                </a:cubicBezTo>
                <a:cubicBezTo>
                  <a:pt x="51437" y="11342"/>
                  <a:pt x="49803" y="11242"/>
                  <a:pt x="48202" y="10975"/>
                </a:cubicBezTo>
                <a:cubicBezTo>
                  <a:pt x="46434" y="10608"/>
                  <a:pt x="44666" y="10008"/>
                  <a:pt x="43031" y="9241"/>
                </a:cubicBezTo>
                <a:cubicBezTo>
                  <a:pt x="38795" y="7239"/>
                  <a:pt x="34992" y="4304"/>
                  <a:pt x="30689" y="2403"/>
                </a:cubicBezTo>
                <a:cubicBezTo>
                  <a:pt x="26353" y="568"/>
                  <a:pt x="21016" y="1"/>
                  <a:pt x="17180" y="2803"/>
                </a:cubicBezTo>
                <a:cubicBezTo>
                  <a:pt x="15745" y="3870"/>
                  <a:pt x="14611" y="5338"/>
                  <a:pt x="13143" y="6405"/>
                </a:cubicBezTo>
                <a:cubicBezTo>
                  <a:pt x="10942" y="8040"/>
                  <a:pt x="8140" y="8640"/>
                  <a:pt x="5671" y="9741"/>
                </a:cubicBezTo>
                <a:cubicBezTo>
                  <a:pt x="3336" y="10842"/>
                  <a:pt x="1335" y="13210"/>
                  <a:pt x="1" y="15912"/>
                </a:cubicBezTo>
                <a:lnTo>
                  <a:pt x="44032" y="15912"/>
                </a:lnTo>
                <a:lnTo>
                  <a:pt x="85128" y="15912"/>
                </a:lnTo>
                <a:cubicBezTo>
                  <a:pt x="83727" y="14678"/>
                  <a:pt x="82526" y="13244"/>
                  <a:pt x="81192" y="1197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4" name="Google Shape;244;p29"/>
          <p:cNvSpPr/>
          <p:nvPr/>
        </p:nvSpPr>
        <p:spPr>
          <a:xfrm rot="9900048">
            <a:off x="-247540" y="89303"/>
            <a:ext cx="3886349" cy="678188"/>
          </a:xfrm>
          <a:custGeom>
            <a:avLst/>
            <a:gdLst/>
            <a:ahLst/>
            <a:cxnLst/>
            <a:rect l="l" t="t" r="r" b="b"/>
            <a:pathLst>
              <a:path w="89965" h="19481" extrusionOk="0">
                <a:moveTo>
                  <a:pt x="734" y="17279"/>
                </a:moveTo>
                <a:cubicBezTo>
                  <a:pt x="4237" y="9807"/>
                  <a:pt x="10208" y="2335"/>
                  <a:pt x="19314" y="2902"/>
                </a:cubicBezTo>
                <a:cubicBezTo>
                  <a:pt x="24285" y="3169"/>
                  <a:pt x="28854" y="5938"/>
                  <a:pt x="33291" y="7973"/>
                </a:cubicBezTo>
                <a:cubicBezTo>
                  <a:pt x="37160" y="9774"/>
                  <a:pt x="41263" y="11075"/>
                  <a:pt x="45500" y="11375"/>
                </a:cubicBezTo>
                <a:cubicBezTo>
                  <a:pt x="49336" y="11742"/>
                  <a:pt x="52972" y="10808"/>
                  <a:pt x="56341" y="8973"/>
                </a:cubicBezTo>
                <a:cubicBezTo>
                  <a:pt x="60010" y="7005"/>
                  <a:pt x="63179" y="4203"/>
                  <a:pt x="67215" y="3036"/>
                </a:cubicBezTo>
                <a:cubicBezTo>
                  <a:pt x="77823" y="0"/>
                  <a:pt x="84961" y="11475"/>
                  <a:pt x="89198" y="19147"/>
                </a:cubicBezTo>
                <a:cubicBezTo>
                  <a:pt x="89398" y="19481"/>
                  <a:pt x="89965" y="19181"/>
                  <a:pt x="89731" y="18814"/>
                </a:cubicBezTo>
                <a:cubicBezTo>
                  <a:pt x="85628" y="11308"/>
                  <a:pt x="80491" y="2936"/>
                  <a:pt x="71051" y="2035"/>
                </a:cubicBezTo>
                <a:cubicBezTo>
                  <a:pt x="66882" y="1668"/>
                  <a:pt x="63146" y="3936"/>
                  <a:pt x="59810" y="6038"/>
                </a:cubicBezTo>
                <a:cubicBezTo>
                  <a:pt x="55273" y="8973"/>
                  <a:pt x="51037" y="10975"/>
                  <a:pt x="45533" y="10708"/>
                </a:cubicBezTo>
                <a:cubicBezTo>
                  <a:pt x="40163" y="10441"/>
                  <a:pt x="35159" y="8139"/>
                  <a:pt x="30356" y="5838"/>
                </a:cubicBezTo>
                <a:cubicBezTo>
                  <a:pt x="26186" y="3870"/>
                  <a:pt x="21950" y="2002"/>
                  <a:pt x="17246" y="2168"/>
                </a:cubicBezTo>
                <a:cubicBezTo>
                  <a:pt x="9007" y="2469"/>
                  <a:pt x="3403" y="10174"/>
                  <a:pt x="234" y="16879"/>
                </a:cubicBezTo>
                <a:cubicBezTo>
                  <a:pt x="1" y="17346"/>
                  <a:pt x="568" y="17646"/>
                  <a:pt x="734" y="172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5" name="Google Shape;245;p29"/>
          <p:cNvSpPr txBox="1">
            <a:spLocks noGrp="1"/>
          </p:cNvSpPr>
          <p:nvPr>
            <p:ph type="title"/>
          </p:nvPr>
        </p:nvSpPr>
        <p:spPr>
          <a:xfrm>
            <a:off x="2452384" y="3936500"/>
            <a:ext cx="7220000" cy="11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600"/>
            </a:lvl9pPr>
          </a:lstStyle>
          <a:p>
            <a:endParaRPr/>
          </a:p>
        </p:txBody>
      </p:sp>
      <p:sp>
        <p:nvSpPr>
          <p:cNvPr id="246" name="Google Shape;246;p29"/>
          <p:cNvSpPr txBox="1">
            <a:spLocks noGrp="1"/>
          </p:cNvSpPr>
          <p:nvPr>
            <p:ph type="subTitle" idx="1"/>
          </p:nvPr>
        </p:nvSpPr>
        <p:spPr>
          <a:xfrm>
            <a:off x="3166584" y="5180003"/>
            <a:ext cx="5791600" cy="103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47" name="Google Shape;247;p29"/>
          <p:cNvSpPr/>
          <p:nvPr/>
        </p:nvSpPr>
        <p:spPr>
          <a:xfrm>
            <a:off x="10956500" y="5292800"/>
            <a:ext cx="935133" cy="919600"/>
          </a:xfrm>
          <a:custGeom>
            <a:avLst/>
            <a:gdLst/>
            <a:ahLst/>
            <a:cxnLst/>
            <a:rect l="l" t="t" r="r" b="b"/>
            <a:pathLst>
              <a:path w="28054" h="27588" extrusionOk="0">
                <a:moveTo>
                  <a:pt x="20915" y="1969"/>
                </a:moveTo>
                <a:cubicBezTo>
                  <a:pt x="20548" y="1635"/>
                  <a:pt x="20114" y="1302"/>
                  <a:pt x="19647" y="1035"/>
                </a:cubicBezTo>
                <a:cubicBezTo>
                  <a:pt x="17779" y="1"/>
                  <a:pt x="15244" y="168"/>
                  <a:pt x="13576" y="1535"/>
                </a:cubicBezTo>
                <a:cubicBezTo>
                  <a:pt x="11608" y="3070"/>
                  <a:pt x="10608" y="5805"/>
                  <a:pt x="9707" y="8040"/>
                </a:cubicBezTo>
                <a:cubicBezTo>
                  <a:pt x="9640" y="8173"/>
                  <a:pt x="9607" y="8240"/>
                  <a:pt x="9574" y="8374"/>
                </a:cubicBezTo>
                <a:cubicBezTo>
                  <a:pt x="8573" y="10809"/>
                  <a:pt x="7305" y="12043"/>
                  <a:pt x="4970" y="13411"/>
                </a:cubicBezTo>
                <a:cubicBezTo>
                  <a:pt x="4136" y="13911"/>
                  <a:pt x="3236" y="14411"/>
                  <a:pt x="2569" y="15145"/>
                </a:cubicBezTo>
                <a:cubicBezTo>
                  <a:pt x="0" y="17714"/>
                  <a:pt x="934" y="22417"/>
                  <a:pt x="3769" y="24685"/>
                </a:cubicBezTo>
                <a:cubicBezTo>
                  <a:pt x="7439" y="27587"/>
                  <a:pt x="12876" y="26853"/>
                  <a:pt x="17179" y="25019"/>
                </a:cubicBezTo>
                <a:cubicBezTo>
                  <a:pt x="17980" y="24685"/>
                  <a:pt x="18747" y="24318"/>
                  <a:pt x="19481" y="23885"/>
                </a:cubicBezTo>
                <a:cubicBezTo>
                  <a:pt x="21182" y="22917"/>
                  <a:pt x="22783" y="21750"/>
                  <a:pt x="23984" y="20215"/>
                </a:cubicBezTo>
                <a:cubicBezTo>
                  <a:pt x="28053" y="14978"/>
                  <a:pt x="25652" y="6072"/>
                  <a:pt x="20915" y="196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13662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/>
          <p:nvPr/>
        </p:nvSpPr>
        <p:spPr>
          <a:xfrm>
            <a:off x="8036101" y="4068933"/>
            <a:ext cx="4957492" cy="3582995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0" name="Google Shape;250;p30"/>
          <p:cNvSpPr/>
          <p:nvPr/>
        </p:nvSpPr>
        <p:spPr>
          <a:xfrm>
            <a:off x="-881040" y="3480769"/>
            <a:ext cx="1862879" cy="1831935"/>
          </a:xfrm>
          <a:custGeom>
            <a:avLst/>
            <a:gdLst/>
            <a:ahLst/>
            <a:cxnLst/>
            <a:rect l="l" t="t" r="r" b="b"/>
            <a:pathLst>
              <a:path w="28054" h="27588" extrusionOk="0">
                <a:moveTo>
                  <a:pt x="20915" y="1969"/>
                </a:moveTo>
                <a:cubicBezTo>
                  <a:pt x="20548" y="1635"/>
                  <a:pt x="20114" y="1302"/>
                  <a:pt x="19647" y="1035"/>
                </a:cubicBezTo>
                <a:cubicBezTo>
                  <a:pt x="17779" y="1"/>
                  <a:pt x="15244" y="168"/>
                  <a:pt x="13576" y="1535"/>
                </a:cubicBezTo>
                <a:cubicBezTo>
                  <a:pt x="11608" y="3070"/>
                  <a:pt x="10608" y="5805"/>
                  <a:pt x="9707" y="8040"/>
                </a:cubicBezTo>
                <a:cubicBezTo>
                  <a:pt x="9640" y="8173"/>
                  <a:pt x="9607" y="8240"/>
                  <a:pt x="9574" y="8374"/>
                </a:cubicBezTo>
                <a:cubicBezTo>
                  <a:pt x="8573" y="10809"/>
                  <a:pt x="7305" y="12043"/>
                  <a:pt x="4970" y="13411"/>
                </a:cubicBezTo>
                <a:cubicBezTo>
                  <a:pt x="4136" y="13911"/>
                  <a:pt x="3236" y="14411"/>
                  <a:pt x="2569" y="15145"/>
                </a:cubicBezTo>
                <a:cubicBezTo>
                  <a:pt x="0" y="17714"/>
                  <a:pt x="934" y="22417"/>
                  <a:pt x="3769" y="24685"/>
                </a:cubicBezTo>
                <a:cubicBezTo>
                  <a:pt x="7439" y="27587"/>
                  <a:pt x="12876" y="26853"/>
                  <a:pt x="17179" y="25019"/>
                </a:cubicBezTo>
                <a:cubicBezTo>
                  <a:pt x="17980" y="24685"/>
                  <a:pt x="18747" y="24318"/>
                  <a:pt x="19481" y="23885"/>
                </a:cubicBezTo>
                <a:cubicBezTo>
                  <a:pt x="21182" y="22917"/>
                  <a:pt x="22783" y="21750"/>
                  <a:pt x="23984" y="20215"/>
                </a:cubicBezTo>
                <a:cubicBezTo>
                  <a:pt x="28053" y="14978"/>
                  <a:pt x="25652" y="6072"/>
                  <a:pt x="20915" y="19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1" name="Google Shape;251;p30"/>
          <p:cNvSpPr/>
          <p:nvPr/>
        </p:nvSpPr>
        <p:spPr>
          <a:xfrm>
            <a:off x="7225510" y="3577320"/>
            <a:ext cx="6722673" cy="3435576"/>
          </a:xfrm>
          <a:custGeom>
            <a:avLst/>
            <a:gdLst/>
            <a:ahLst/>
            <a:cxnLst/>
            <a:rect l="l" t="t" r="r" b="b"/>
            <a:pathLst>
              <a:path w="101240" h="51738" extrusionOk="0">
                <a:moveTo>
                  <a:pt x="100572" y="234"/>
                </a:moveTo>
                <a:cubicBezTo>
                  <a:pt x="96369" y="2669"/>
                  <a:pt x="93000" y="6139"/>
                  <a:pt x="90531" y="10342"/>
                </a:cubicBezTo>
                <a:cubicBezTo>
                  <a:pt x="89364" y="12343"/>
                  <a:pt x="88530" y="14511"/>
                  <a:pt x="87930" y="16746"/>
                </a:cubicBezTo>
                <a:cubicBezTo>
                  <a:pt x="87162" y="19581"/>
                  <a:pt x="87029" y="22584"/>
                  <a:pt x="86162" y="25352"/>
                </a:cubicBezTo>
                <a:cubicBezTo>
                  <a:pt x="83827" y="32624"/>
                  <a:pt x="75354" y="33091"/>
                  <a:pt x="69150" y="31490"/>
                </a:cubicBezTo>
                <a:cubicBezTo>
                  <a:pt x="64513" y="30322"/>
                  <a:pt x="59476" y="27687"/>
                  <a:pt x="55206" y="31223"/>
                </a:cubicBezTo>
                <a:cubicBezTo>
                  <a:pt x="53572" y="32624"/>
                  <a:pt x="52671" y="34726"/>
                  <a:pt x="51737" y="36594"/>
                </a:cubicBezTo>
                <a:cubicBezTo>
                  <a:pt x="50369" y="39362"/>
                  <a:pt x="48702" y="41797"/>
                  <a:pt x="46133" y="43632"/>
                </a:cubicBezTo>
                <a:cubicBezTo>
                  <a:pt x="40162" y="47802"/>
                  <a:pt x="34692" y="43899"/>
                  <a:pt x="29488" y="40763"/>
                </a:cubicBezTo>
                <a:cubicBezTo>
                  <a:pt x="20582" y="35326"/>
                  <a:pt x="9307" y="37494"/>
                  <a:pt x="3002" y="45700"/>
                </a:cubicBezTo>
                <a:cubicBezTo>
                  <a:pt x="1701" y="47368"/>
                  <a:pt x="801" y="49236"/>
                  <a:pt x="134" y="51204"/>
                </a:cubicBezTo>
                <a:cubicBezTo>
                  <a:pt x="0" y="51571"/>
                  <a:pt x="567" y="51738"/>
                  <a:pt x="701" y="51371"/>
                </a:cubicBezTo>
                <a:cubicBezTo>
                  <a:pt x="2702" y="45667"/>
                  <a:pt x="7139" y="41297"/>
                  <a:pt x="12843" y="39296"/>
                </a:cubicBezTo>
                <a:cubicBezTo>
                  <a:pt x="19181" y="37061"/>
                  <a:pt x="25485" y="38862"/>
                  <a:pt x="30889" y="42364"/>
                </a:cubicBezTo>
                <a:cubicBezTo>
                  <a:pt x="35092" y="45033"/>
                  <a:pt x="39195" y="47301"/>
                  <a:pt x="44198" y="45400"/>
                </a:cubicBezTo>
                <a:cubicBezTo>
                  <a:pt x="48802" y="43665"/>
                  <a:pt x="51037" y="39462"/>
                  <a:pt x="53138" y="35359"/>
                </a:cubicBezTo>
                <a:cubicBezTo>
                  <a:pt x="54639" y="32457"/>
                  <a:pt x="56574" y="30222"/>
                  <a:pt x="60076" y="30056"/>
                </a:cubicBezTo>
                <a:cubicBezTo>
                  <a:pt x="63345" y="29889"/>
                  <a:pt x="66648" y="31523"/>
                  <a:pt x="69717" y="32324"/>
                </a:cubicBezTo>
                <a:cubicBezTo>
                  <a:pt x="74220" y="33458"/>
                  <a:pt x="79724" y="33491"/>
                  <a:pt x="83493" y="30322"/>
                </a:cubicBezTo>
                <a:cubicBezTo>
                  <a:pt x="87729" y="26787"/>
                  <a:pt x="87396" y="21216"/>
                  <a:pt x="88730" y="16312"/>
                </a:cubicBezTo>
                <a:cubicBezTo>
                  <a:pt x="90231" y="10809"/>
                  <a:pt x="93800" y="5938"/>
                  <a:pt x="98304" y="2469"/>
                </a:cubicBezTo>
                <a:cubicBezTo>
                  <a:pt x="99138" y="1835"/>
                  <a:pt x="100038" y="1302"/>
                  <a:pt x="100906" y="768"/>
                </a:cubicBezTo>
                <a:cubicBezTo>
                  <a:pt x="101239" y="568"/>
                  <a:pt x="100906" y="1"/>
                  <a:pt x="100572" y="23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2" name="Google Shape;252;p30"/>
          <p:cNvSpPr txBox="1">
            <a:spLocks noGrp="1"/>
          </p:cNvSpPr>
          <p:nvPr>
            <p:ph type="title" hasCustomPrompt="1"/>
          </p:nvPr>
        </p:nvSpPr>
        <p:spPr>
          <a:xfrm>
            <a:off x="3523400" y="997801"/>
            <a:ext cx="5145200" cy="74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53" name="Google Shape;253;p30"/>
          <p:cNvSpPr txBox="1">
            <a:spLocks noGrp="1"/>
          </p:cNvSpPr>
          <p:nvPr>
            <p:ph type="subTitle" idx="1"/>
          </p:nvPr>
        </p:nvSpPr>
        <p:spPr>
          <a:xfrm>
            <a:off x="3523400" y="1839275"/>
            <a:ext cx="5145200" cy="3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4" name="Google Shape;254;p30"/>
          <p:cNvSpPr txBox="1">
            <a:spLocks noGrp="1"/>
          </p:cNvSpPr>
          <p:nvPr>
            <p:ph type="title" idx="2" hasCustomPrompt="1"/>
          </p:nvPr>
        </p:nvSpPr>
        <p:spPr>
          <a:xfrm>
            <a:off x="3523400" y="2828517"/>
            <a:ext cx="5145200" cy="74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55" name="Google Shape;255;p30"/>
          <p:cNvSpPr txBox="1">
            <a:spLocks noGrp="1"/>
          </p:cNvSpPr>
          <p:nvPr>
            <p:ph type="subTitle" idx="3"/>
          </p:nvPr>
        </p:nvSpPr>
        <p:spPr>
          <a:xfrm>
            <a:off x="3523400" y="3668936"/>
            <a:ext cx="5145200" cy="3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6" name="Google Shape;256;p30"/>
          <p:cNvSpPr txBox="1">
            <a:spLocks noGrp="1"/>
          </p:cNvSpPr>
          <p:nvPr>
            <p:ph type="title" idx="4" hasCustomPrompt="1"/>
          </p:nvPr>
        </p:nvSpPr>
        <p:spPr>
          <a:xfrm>
            <a:off x="3523400" y="4659233"/>
            <a:ext cx="5145200" cy="74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667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57" name="Google Shape;257;p30"/>
          <p:cNvSpPr txBox="1">
            <a:spLocks noGrp="1"/>
          </p:cNvSpPr>
          <p:nvPr>
            <p:ph type="subTitle" idx="5"/>
          </p:nvPr>
        </p:nvSpPr>
        <p:spPr>
          <a:xfrm>
            <a:off x="3523400" y="5498599"/>
            <a:ext cx="5145200" cy="36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8" name="Google Shape;258;p30"/>
          <p:cNvSpPr/>
          <p:nvPr/>
        </p:nvSpPr>
        <p:spPr>
          <a:xfrm>
            <a:off x="-1098999" y="-1684234"/>
            <a:ext cx="4957492" cy="3582995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030925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>
            <a:spLocks noGrp="1"/>
          </p:cNvSpPr>
          <p:nvPr>
            <p:ph type="title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4133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1"/>
          <p:cNvSpPr txBox="1">
            <a:spLocks noGrp="1"/>
          </p:cNvSpPr>
          <p:nvPr>
            <p:ph type="subTitle" idx="1"/>
          </p:nvPr>
        </p:nvSpPr>
        <p:spPr>
          <a:xfrm>
            <a:off x="1085100" y="2913067"/>
            <a:ext cx="4876800" cy="3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R="243834"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pen Sans"/>
              <a:buChar char="●"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○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■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●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○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■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●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○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■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62" name="Google Shape;262;p31"/>
          <p:cNvSpPr txBox="1">
            <a:spLocks noGrp="1"/>
          </p:cNvSpPr>
          <p:nvPr>
            <p:ph type="subTitle" idx="2"/>
          </p:nvPr>
        </p:nvSpPr>
        <p:spPr>
          <a:xfrm>
            <a:off x="1085091" y="2320268"/>
            <a:ext cx="4876800" cy="47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Black Han Sans"/>
              <a:buNone/>
              <a:defRPr sz="28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  <p:sp>
        <p:nvSpPr>
          <p:cNvPr id="263" name="Google Shape;263;p31"/>
          <p:cNvSpPr txBox="1">
            <a:spLocks noGrp="1"/>
          </p:cNvSpPr>
          <p:nvPr>
            <p:ph type="subTitle" idx="3"/>
          </p:nvPr>
        </p:nvSpPr>
        <p:spPr>
          <a:xfrm>
            <a:off x="6230100" y="2910667"/>
            <a:ext cx="4876800" cy="3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R="243834"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pen Sans"/>
              <a:buChar char="●"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○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■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●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○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■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●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○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Open Sans"/>
              <a:buChar char="■"/>
              <a:defRPr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64" name="Google Shape;264;p31"/>
          <p:cNvSpPr txBox="1">
            <a:spLocks noGrp="1"/>
          </p:cNvSpPr>
          <p:nvPr>
            <p:ph type="subTitle" idx="4"/>
          </p:nvPr>
        </p:nvSpPr>
        <p:spPr>
          <a:xfrm>
            <a:off x="6230109" y="2320267"/>
            <a:ext cx="4876800" cy="47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Font typeface="Black Han Sans"/>
              <a:buNone/>
              <a:defRPr sz="2800" b="1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lack Han Sans"/>
              <a:buNone/>
              <a:defRPr b="1">
                <a:solidFill>
                  <a:schemeClr val="accent3"/>
                </a:solidFill>
                <a:latin typeface="Black Han Sans"/>
                <a:ea typeface="Black Han Sans"/>
                <a:cs typeface="Black Han Sans"/>
                <a:sym typeface="Black Han Sans"/>
              </a:defRPr>
            </a:lvl9pPr>
          </a:lstStyle>
          <a:p>
            <a:endParaRPr/>
          </a:p>
        </p:txBody>
      </p:sp>
      <p:sp>
        <p:nvSpPr>
          <p:cNvPr id="265" name="Google Shape;265;p31"/>
          <p:cNvSpPr/>
          <p:nvPr/>
        </p:nvSpPr>
        <p:spPr>
          <a:xfrm>
            <a:off x="9120500" y="5147385"/>
            <a:ext cx="2709179" cy="1761729"/>
          </a:xfrm>
          <a:custGeom>
            <a:avLst/>
            <a:gdLst/>
            <a:ahLst/>
            <a:cxnLst/>
            <a:rect l="l" t="t" r="r" b="b"/>
            <a:pathLst>
              <a:path w="27509" h="17888" extrusionOk="0">
                <a:moveTo>
                  <a:pt x="18162" y="0"/>
                </a:moveTo>
                <a:cubicBezTo>
                  <a:pt x="18036" y="0"/>
                  <a:pt x="17908" y="3"/>
                  <a:pt x="17780" y="8"/>
                </a:cubicBezTo>
                <a:cubicBezTo>
                  <a:pt x="15078" y="74"/>
                  <a:pt x="12443" y="1209"/>
                  <a:pt x="10174" y="2710"/>
                </a:cubicBezTo>
                <a:cubicBezTo>
                  <a:pt x="4971" y="6112"/>
                  <a:pt x="1301" y="11749"/>
                  <a:pt x="1" y="17887"/>
                </a:cubicBezTo>
                <a:lnTo>
                  <a:pt x="23818" y="17887"/>
                </a:lnTo>
                <a:cubicBezTo>
                  <a:pt x="25586" y="15619"/>
                  <a:pt x="26786" y="13150"/>
                  <a:pt x="26987" y="10782"/>
                </a:cubicBezTo>
                <a:cubicBezTo>
                  <a:pt x="27509" y="5200"/>
                  <a:pt x="23973" y="0"/>
                  <a:pt x="18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6" name="Google Shape;266;p31"/>
          <p:cNvSpPr/>
          <p:nvPr/>
        </p:nvSpPr>
        <p:spPr>
          <a:xfrm>
            <a:off x="-277666" y="5416651"/>
            <a:ext cx="3839983" cy="1962620"/>
          </a:xfrm>
          <a:custGeom>
            <a:avLst/>
            <a:gdLst/>
            <a:ahLst/>
            <a:cxnLst/>
            <a:rect l="l" t="t" r="r" b="b"/>
            <a:pathLst>
              <a:path w="48102" h="24585" extrusionOk="0">
                <a:moveTo>
                  <a:pt x="46834" y="4870"/>
                </a:moveTo>
                <a:cubicBezTo>
                  <a:pt x="45533" y="1835"/>
                  <a:pt x="41997" y="0"/>
                  <a:pt x="38762" y="601"/>
                </a:cubicBezTo>
                <a:cubicBezTo>
                  <a:pt x="35626" y="1168"/>
                  <a:pt x="33358" y="3536"/>
                  <a:pt x="31023" y="5838"/>
                </a:cubicBezTo>
                <a:cubicBezTo>
                  <a:pt x="29121" y="7706"/>
                  <a:pt x="27153" y="9540"/>
                  <a:pt x="24652" y="10308"/>
                </a:cubicBezTo>
                <a:cubicBezTo>
                  <a:pt x="19314" y="11875"/>
                  <a:pt x="13544" y="7939"/>
                  <a:pt x="8173" y="9273"/>
                </a:cubicBezTo>
                <a:cubicBezTo>
                  <a:pt x="4671" y="10141"/>
                  <a:pt x="2202" y="13043"/>
                  <a:pt x="968" y="16512"/>
                </a:cubicBezTo>
                <a:cubicBezTo>
                  <a:pt x="368" y="18146"/>
                  <a:pt x="34" y="19881"/>
                  <a:pt x="1" y="21582"/>
                </a:cubicBezTo>
                <a:cubicBezTo>
                  <a:pt x="1" y="22583"/>
                  <a:pt x="34" y="23584"/>
                  <a:pt x="268" y="24584"/>
                </a:cubicBezTo>
                <a:lnTo>
                  <a:pt x="7439" y="24584"/>
                </a:lnTo>
                <a:lnTo>
                  <a:pt x="37194" y="24584"/>
                </a:lnTo>
                <a:cubicBezTo>
                  <a:pt x="37928" y="23384"/>
                  <a:pt x="38795" y="22216"/>
                  <a:pt x="39696" y="21149"/>
                </a:cubicBezTo>
                <a:cubicBezTo>
                  <a:pt x="41764" y="18747"/>
                  <a:pt x="44032" y="16545"/>
                  <a:pt x="45667" y="13843"/>
                </a:cubicBezTo>
                <a:cubicBezTo>
                  <a:pt x="47268" y="11175"/>
                  <a:pt x="48102" y="7772"/>
                  <a:pt x="46834" y="487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7" name="Google Shape;267;p31"/>
          <p:cNvSpPr/>
          <p:nvPr/>
        </p:nvSpPr>
        <p:spPr>
          <a:xfrm>
            <a:off x="10372251" y="4232101"/>
            <a:ext cx="829500" cy="800967"/>
          </a:xfrm>
          <a:custGeom>
            <a:avLst/>
            <a:gdLst/>
            <a:ahLst/>
            <a:cxnLst/>
            <a:rect l="l" t="t" r="r" b="b"/>
            <a:pathLst>
              <a:path w="24885" h="24029" extrusionOk="0">
                <a:moveTo>
                  <a:pt x="15284" y="0"/>
                </a:moveTo>
                <a:cubicBezTo>
                  <a:pt x="14056" y="0"/>
                  <a:pt x="12888" y="355"/>
                  <a:pt x="12109" y="1291"/>
                </a:cubicBezTo>
                <a:cubicBezTo>
                  <a:pt x="10541" y="3192"/>
                  <a:pt x="11542" y="5627"/>
                  <a:pt x="11241" y="7829"/>
                </a:cubicBezTo>
                <a:cubicBezTo>
                  <a:pt x="10941" y="10164"/>
                  <a:pt x="9574" y="11498"/>
                  <a:pt x="7539" y="12699"/>
                </a:cubicBezTo>
                <a:cubicBezTo>
                  <a:pt x="5838" y="13700"/>
                  <a:pt x="4003" y="14467"/>
                  <a:pt x="2502" y="15768"/>
                </a:cubicBezTo>
                <a:cubicBezTo>
                  <a:pt x="1034" y="17035"/>
                  <a:pt x="0" y="19137"/>
                  <a:pt x="600" y="20972"/>
                </a:cubicBezTo>
                <a:cubicBezTo>
                  <a:pt x="667" y="21138"/>
                  <a:pt x="734" y="21339"/>
                  <a:pt x="834" y="21505"/>
                </a:cubicBezTo>
                <a:cubicBezTo>
                  <a:pt x="1501" y="22806"/>
                  <a:pt x="2935" y="23640"/>
                  <a:pt x="4437" y="23874"/>
                </a:cubicBezTo>
                <a:cubicBezTo>
                  <a:pt x="5020" y="23981"/>
                  <a:pt x="5656" y="24029"/>
                  <a:pt x="6315" y="24029"/>
                </a:cubicBezTo>
                <a:cubicBezTo>
                  <a:pt x="8108" y="24029"/>
                  <a:pt x="10072" y="23679"/>
                  <a:pt x="11608" y="23240"/>
                </a:cubicBezTo>
                <a:cubicBezTo>
                  <a:pt x="16045" y="21906"/>
                  <a:pt x="20014" y="18970"/>
                  <a:pt x="22449" y="15001"/>
                </a:cubicBezTo>
                <a:cubicBezTo>
                  <a:pt x="23917" y="12632"/>
                  <a:pt x="24884" y="9797"/>
                  <a:pt x="24284" y="7095"/>
                </a:cubicBezTo>
                <a:cubicBezTo>
                  <a:pt x="23584" y="3926"/>
                  <a:pt x="20882" y="1491"/>
                  <a:pt x="17879" y="457"/>
                </a:cubicBezTo>
                <a:cubicBezTo>
                  <a:pt x="17062" y="180"/>
                  <a:pt x="16157" y="0"/>
                  <a:pt x="1528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8319926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/>
          <p:nvPr/>
        </p:nvSpPr>
        <p:spPr>
          <a:xfrm>
            <a:off x="8574208" y="2474638"/>
            <a:ext cx="9179545" cy="6634457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2" name="Google Shape;282;p33"/>
          <p:cNvSpPr/>
          <p:nvPr/>
        </p:nvSpPr>
        <p:spPr>
          <a:xfrm>
            <a:off x="-483766" y="-427167"/>
            <a:ext cx="7788463" cy="3359291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3" name="Google Shape;283;p33"/>
          <p:cNvSpPr/>
          <p:nvPr/>
        </p:nvSpPr>
        <p:spPr>
          <a:xfrm>
            <a:off x="8940933" y="2932134"/>
            <a:ext cx="4724299" cy="4551685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169163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/>
          <p:nvPr/>
        </p:nvSpPr>
        <p:spPr>
          <a:xfrm>
            <a:off x="-3830293" y="4229372"/>
            <a:ext cx="9179545" cy="6634457"/>
          </a:xfrm>
          <a:custGeom>
            <a:avLst/>
            <a:gdLst/>
            <a:ahLst/>
            <a:cxnLst/>
            <a:rect l="l" t="t" r="r" b="b"/>
            <a:pathLst>
              <a:path w="37294" h="26954" extrusionOk="0">
                <a:moveTo>
                  <a:pt x="37060" y="8807"/>
                </a:moveTo>
                <a:cubicBezTo>
                  <a:pt x="36994" y="7840"/>
                  <a:pt x="36727" y="6872"/>
                  <a:pt x="36193" y="6138"/>
                </a:cubicBezTo>
                <a:cubicBezTo>
                  <a:pt x="32390" y="668"/>
                  <a:pt x="24718" y="7406"/>
                  <a:pt x="20282" y="3303"/>
                </a:cubicBezTo>
                <a:cubicBezTo>
                  <a:pt x="18180" y="1268"/>
                  <a:pt x="17546" y="1"/>
                  <a:pt x="14111" y="1068"/>
                </a:cubicBezTo>
                <a:cubicBezTo>
                  <a:pt x="11342" y="1902"/>
                  <a:pt x="8940" y="4270"/>
                  <a:pt x="8507" y="7206"/>
                </a:cubicBezTo>
                <a:cubicBezTo>
                  <a:pt x="8240" y="8707"/>
                  <a:pt x="8507" y="10275"/>
                  <a:pt x="8407" y="11842"/>
                </a:cubicBezTo>
                <a:cubicBezTo>
                  <a:pt x="8373" y="12743"/>
                  <a:pt x="8206" y="13644"/>
                  <a:pt x="7706" y="14411"/>
                </a:cubicBezTo>
                <a:cubicBezTo>
                  <a:pt x="6272" y="16813"/>
                  <a:pt x="2836" y="17280"/>
                  <a:pt x="1435" y="19715"/>
                </a:cubicBezTo>
                <a:cubicBezTo>
                  <a:pt x="1" y="22350"/>
                  <a:pt x="2269" y="25986"/>
                  <a:pt x="5238" y="26453"/>
                </a:cubicBezTo>
                <a:cubicBezTo>
                  <a:pt x="8206" y="26953"/>
                  <a:pt x="11209" y="25085"/>
                  <a:pt x="12876" y="22550"/>
                </a:cubicBezTo>
                <a:cubicBezTo>
                  <a:pt x="13911" y="20916"/>
                  <a:pt x="14611" y="19048"/>
                  <a:pt x="16045" y="17747"/>
                </a:cubicBezTo>
                <a:cubicBezTo>
                  <a:pt x="17880" y="16145"/>
                  <a:pt x="20482" y="15912"/>
                  <a:pt x="22984" y="16145"/>
                </a:cubicBezTo>
                <a:cubicBezTo>
                  <a:pt x="23351" y="16179"/>
                  <a:pt x="23684" y="16212"/>
                  <a:pt x="24051" y="16246"/>
                </a:cubicBezTo>
                <a:cubicBezTo>
                  <a:pt x="26853" y="16579"/>
                  <a:pt x="29722" y="17146"/>
                  <a:pt x="32357" y="16145"/>
                </a:cubicBezTo>
                <a:cubicBezTo>
                  <a:pt x="35326" y="15011"/>
                  <a:pt x="37294" y="11876"/>
                  <a:pt x="37060" y="880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6" name="Google Shape;286;p34"/>
          <p:cNvSpPr/>
          <p:nvPr/>
        </p:nvSpPr>
        <p:spPr>
          <a:xfrm flipH="1">
            <a:off x="6352967" y="-299700"/>
            <a:ext cx="7788463" cy="3359291"/>
          </a:xfrm>
          <a:custGeom>
            <a:avLst/>
            <a:gdLst/>
            <a:ahLst/>
            <a:cxnLst/>
            <a:rect l="l" t="t" r="r" b="b"/>
            <a:pathLst>
              <a:path w="66515" h="28689" extrusionOk="0">
                <a:moveTo>
                  <a:pt x="58376" y="1202"/>
                </a:moveTo>
                <a:lnTo>
                  <a:pt x="1" y="1202"/>
                </a:lnTo>
                <a:lnTo>
                  <a:pt x="1" y="28688"/>
                </a:lnTo>
                <a:cubicBezTo>
                  <a:pt x="835" y="23684"/>
                  <a:pt x="167" y="18214"/>
                  <a:pt x="1669" y="13244"/>
                </a:cubicBezTo>
                <a:cubicBezTo>
                  <a:pt x="2636" y="10141"/>
                  <a:pt x="4471" y="7306"/>
                  <a:pt x="6972" y="5171"/>
                </a:cubicBezTo>
                <a:cubicBezTo>
                  <a:pt x="8207" y="4070"/>
                  <a:pt x="9674" y="3170"/>
                  <a:pt x="11242" y="2536"/>
                </a:cubicBezTo>
                <a:cubicBezTo>
                  <a:pt x="17513" y="1"/>
                  <a:pt x="24752" y="2503"/>
                  <a:pt x="30522" y="6072"/>
                </a:cubicBezTo>
                <a:cubicBezTo>
                  <a:pt x="33091" y="7640"/>
                  <a:pt x="35760" y="9474"/>
                  <a:pt x="38695" y="9241"/>
                </a:cubicBezTo>
                <a:cubicBezTo>
                  <a:pt x="42464" y="8974"/>
                  <a:pt x="45867" y="5371"/>
                  <a:pt x="49369" y="6706"/>
                </a:cubicBezTo>
                <a:cubicBezTo>
                  <a:pt x="51371" y="7473"/>
                  <a:pt x="52505" y="9541"/>
                  <a:pt x="53539" y="11409"/>
                </a:cubicBezTo>
                <a:cubicBezTo>
                  <a:pt x="53539" y="11409"/>
                  <a:pt x="53539" y="11476"/>
                  <a:pt x="53606" y="11476"/>
                </a:cubicBezTo>
                <a:cubicBezTo>
                  <a:pt x="54640" y="13344"/>
                  <a:pt x="56141" y="15345"/>
                  <a:pt x="58242" y="15545"/>
                </a:cubicBezTo>
                <a:cubicBezTo>
                  <a:pt x="60844" y="15812"/>
                  <a:pt x="62846" y="13244"/>
                  <a:pt x="63746" y="10842"/>
                </a:cubicBezTo>
                <a:cubicBezTo>
                  <a:pt x="64947" y="7806"/>
                  <a:pt x="65347" y="4237"/>
                  <a:pt x="66515" y="1235"/>
                </a:cubicBezTo>
                <a:lnTo>
                  <a:pt x="58376" y="12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87" name="Google Shape;287;p34"/>
          <p:cNvSpPr/>
          <p:nvPr/>
        </p:nvSpPr>
        <p:spPr>
          <a:xfrm rot="4500029">
            <a:off x="124879" y="3624276"/>
            <a:ext cx="4724215" cy="4551605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946292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/>
          <p:nvPr/>
        </p:nvSpPr>
        <p:spPr>
          <a:xfrm>
            <a:off x="10694734" y="-1590767"/>
            <a:ext cx="2199695" cy="6532992"/>
          </a:xfrm>
          <a:custGeom>
            <a:avLst/>
            <a:gdLst/>
            <a:ahLst/>
            <a:cxnLst/>
            <a:rect l="l" t="t" r="r" b="b"/>
            <a:pathLst>
              <a:path w="8941" h="26554" extrusionOk="0">
                <a:moveTo>
                  <a:pt x="4437" y="535"/>
                </a:moveTo>
                <a:cubicBezTo>
                  <a:pt x="2269" y="1335"/>
                  <a:pt x="701" y="3570"/>
                  <a:pt x="334" y="5938"/>
                </a:cubicBezTo>
                <a:cubicBezTo>
                  <a:pt x="0" y="8340"/>
                  <a:pt x="834" y="10775"/>
                  <a:pt x="2402" y="12510"/>
                </a:cubicBezTo>
                <a:cubicBezTo>
                  <a:pt x="3469" y="13711"/>
                  <a:pt x="4870" y="14611"/>
                  <a:pt x="5571" y="16079"/>
                </a:cubicBezTo>
                <a:cubicBezTo>
                  <a:pt x="6538" y="18181"/>
                  <a:pt x="5804" y="20682"/>
                  <a:pt x="5237" y="22917"/>
                </a:cubicBezTo>
                <a:cubicBezTo>
                  <a:pt x="4937" y="24085"/>
                  <a:pt x="4670" y="25352"/>
                  <a:pt x="4670" y="26553"/>
                </a:cubicBezTo>
                <a:lnTo>
                  <a:pt x="8940" y="26553"/>
                </a:lnTo>
                <a:lnTo>
                  <a:pt x="8940" y="434"/>
                </a:lnTo>
                <a:cubicBezTo>
                  <a:pt x="7406" y="68"/>
                  <a:pt x="5871" y="1"/>
                  <a:pt x="4437" y="53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0" name="Google Shape;270;p32"/>
          <p:cNvSpPr/>
          <p:nvPr/>
        </p:nvSpPr>
        <p:spPr>
          <a:xfrm>
            <a:off x="9908734" y="4052700"/>
            <a:ext cx="1471284" cy="1420675"/>
          </a:xfrm>
          <a:custGeom>
            <a:avLst/>
            <a:gdLst/>
            <a:ahLst/>
            <a:cxnLst/>
            <a:rect l="l" t="t" r="r" b="b"/>
            <a:pathLst>
              <a:path w="24885" h="24029" extrusionOk="0">
                <a:moveTo>
                  <a:pt x="15284" y="0"/>
                </a:moveTo>
                <a:cubicBezTo>
                  <a:pt x="14056" y="0"/>
                  <a:pt x="12888" y="355"/>
                  <a:pt x="12109" y="1291"/>
                </a:cubicBezTo>
                <a:cubicBezTo>
                  <a:pt x="10541" y="3192"/>
                  <a:pt x="11542" y="5627"/>
                  <a:pt x="11241" y="7829"/>
                </a:cubicBezTo>
                <a:cubicBezTo>
                  <a:pt x="10941" y="10164"/>
                  <a:pt x="9574" y="11498"/>
                  <a:pt x="7539" y="12699"/>
                </a:cubicBezTo>
                <a:cubicBezTo>
                  <a:pt x="5838" y="13700"/>
                  <a:pt x="4003" y="14467"/>
                  <a:pt x="2502" y="15768"/>
                </a:cubicBezTo>
                <a:cubicBezTo>
                  <a:pt x="1034" y="17035"/>
                  <a:pt x="0" y="19137"/>
                  <a:pt x="600" y="20972"/>
                </a:cubicBezTo>
                <a:cubicBezTo>
                  <a:pt x="667" y="21138"/>
                  <a:pt x="734" y="21339"/>
                  <a:pt x="834" y="21505"/>
                </a:cubicBezTo>
                <a:cubicBezTo>
                  <a:pt x="1501" y="22806"/>
                  <a:pt x="2935" y="23640"/>
                  <a:pt x="4437" y="23874"/>
                </a:cubicBezTo>
                <a:cubicBezTo>
                  <a:pt x="5020" y="23981"/>
                  <a:pt x="5656" y="24029"/>
                  <a:pt x="6315" y="24029"/>
                </a:cubicBezTo>
                <a:cubicBezTo>
                  <a:pt x="8108" y="24029"/>
                  <a:pt x="10072" y="23679"/>
                  <a:pt x="11608" y="23240"/>
                </a:cubicBezTo>
                <a:cubicBezTo>
                  <a:pt x="16045" y="21906"/>
                  <a:pt x="20014" y="18970"/>
                  <a:pt x="22449" y="15001"/>
                </a:cubicBezTo>
                <a:cubicBezTo>
                  <a:pt x="23917" y="12632"/>
                  <a:pt x="24884" y="9797"/>
                  <a:pt x="24284" y="7095"/>
                </a:cubicBezTo>
                <a:cubicBezTo>
                  <a:pt x="23584" y="3926"/>
                  <a:pt x="20882" y="1491"/>
                  <a:pt x="17879" y="457"/>
                </a:cubicBezTo>
                <a:cubicBezTo>
                  <a:pt x="17062" y="180"/>
                  <a:pt x="16157" y="0"/>
                  <a:pt x="1528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1" name="Google Shape;271;p32"/>
          <p:cNvSpPr/>
          <p:nvPr/>
        </p:nvSpPr>
        <p:spPr>
          <a:xfrm>
            <a:off x="7849334" y="4691851"/>
            <a:ext cx="5400412" cy="2760157"/>
          </a:xfrm>
          <a:custGeom>
            <a:avLst/>
            <a:gdLst/>
            <a:ahLst/>
            <a:cxnLst/>
            <a:rect l="l" t="t" r="r" b="b"/>
            <a:pathLst>
              <a:path w="48102" h="24585" extrusionOk="0">
                <a:moveTo>
                  <a:pt x="46834" y="4870"/>
                </a:moveTo>
                <a:cubicBezTo>
                  <a:pt x="45533" y="1835"/>
                  <a:pt x="41997" y="0"/>
                  <a:pt x="38762" y="601"/>
                </a:cubicBezTo>
                <a:cubicBezTo>
                  <a:pt x="35626" y="1168"/>
                  <a:pt x="33358" y="3536"/>
                  <a:pt x="31023" y="5838"/>
                </a:cubicBezTo>
                <a:cubicBezTo>
                  <a:pt x="29121" y="7706"/>
                  <a:pt x="27153" y="9540"/>
                  <a:pt x="24652" y="10308"/>
                </a:cubicBezTo>
                <a:cubicBezTo>
                  <a:pt x="19314" y="11875"/>
                  <a:pt x="13544" y="7939"/>
                  <a:pt x="8173" y="9273"/>
                </a:cubicBezTo>
                <a:cubicBezTo>
                  <a:pt x="4671" y="10141"/>
                  <a:pt x="2202" y="13043"/>
                  <a:pt x="968" y="16512"/>
                </a:cubicBezTo>
                <a:cubicBezTo>
                  <a:pt x="368" y="18146"/>
                  <a:pt x="34" y="19881"/>
                  <a:pt x="1" y="21582"/>
                </a:cubicBezTo>
                <a:cubicBezTo>
                  <a:pt x="1" y="22583"/>
                  <a:pt x="34" y="23584"/>
                  <a:pt x="268" y="24584"/>
                </a:cubicBezTo>
                <a:lnTo>
                  <a:pt x="7439" y="24584"/>
                </a:lnTo>
                <a:lnTo>
                  <a:pt x="37194" y="24584"/>
                </a:lnTo>
                <a:cubicBezTo>
                  <a:pt x="37928" y="23384"/>
                  <a:pt x="38795" y="22216"/>
                  <a:pt x="39696" y="21149"/>
                </a:cubicBezTo>
                <a:cubicBezTo>
                  <a:pt x="41764" y="18747"/>
                  <a:pt x="44032" y="16545"/>
                  <a:pt x="45667" y="13843"/>
                </a:cubicBezTo>
                <a:cubicBezTo>
                  <a:pt x="47268" y="11175"/>
                  <a:pt x="48102" y="7772"/>
                  <a:pt x="46834" y="487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2" name="Google Shape;272;p32"/>
          <p:cNvSpPr/>
          <p:nvPr/>
        </p:nvSpPr>
        <p:spPr>
          <a:xfrm>
            <a:off x="9439511" y="3920101"/>
            <a:ext cx="3397067" cy="3272948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3" name="Google Shape;273;p32"/>
          <p:cNvSpPr/>
          <p:nvPr/>
        </p:nvSpPr>
        <p:spPr>
          <a:xfrm rot="5400000">
            <a:off x="-3210953" y="1460236"/>
            <a:ext cx="7933455" cy="1482985"/>
          </a:xfrm>
          <a:custGeom>
            <a:avLst/>
            <a:gdLst/>
            <a:ahLst/>
            <a:cxnLst/>
            <a:rect l="l" t="t" r="r" b="b"/>
            <a:pathLst>
              <a:path w="85129" h="15913" extrusionOk="0">
                <a:moveTo>
                  <a:pt x="81192" y="11976"/>
                </a:moveTo>
                <a:cubicBezTo>
                  <a:pt x="76022" y="6973"/>
                  <a:pt x="68016" y="4037"/>
                  <a:pt x="61511" y="7073"/>
                </a:cubicBezTo>
                <a:cubicBezTo>
                  <a:pt x="58643" y="8407"/>
                  <a:pt x="56207" y="10575"/>
                  <a:pt x="53005" y="11075"/>
                </a:cubicBezTo>
                <a:cubicBezTo>
                  <a:pt x="51437" y="11342"/>
                  <a:pt x="49803" y="11242"/>
                  <a:pt x="48202" y="10975"/>
                </a:cubicBezTo>
                <a:cubicBezTo>
                  <a:pt x="46434" y="10608"/>
                  <a:pt x="44666" y="10008"/>
                  <a:pt x="43031" y="9241"/>
                </a:cubicBezTo>
                <a:cubicBezTo>
                  <a:pt x="38795" y="7239"/>
                  <a:pt x="34992" y="4304"/>
                  <a:pt x="30689" y="2403"/>
                </a:cubicBezTo>
                <a:cubicBezTo>
                  <a:pt x="26353" y="568"/>
                  <a:pt x="21016" y="1"/>
                  <a:pt x="17180" y="2803"/>
                </a:cubicBezTo>
                <a:cubicBezTo>
                  <a:pt x="15745" y="3870"/>
                  <a:pt x="14611" y="5338"/>
                  <a:pt x="13143" y="6405"/>
                </a:cubicBezTo>
                <a:cubicBezTo>
                  <a:pt x="10942" y="8040"/>
                  <a:pt x="8140" y="8640"/>
                  <a:pt x="5671" y="9741"/>
                </a:cubicBezTo>
                <a:cubicBezTo>
                  <a:pt x="3336" y="10842"/>
                  <a:pt x="1335" y="13210"/>
                  <a:pt x="1" y="15912"/>
                </a:cubicBezTo>
                <a:lnTo>
                  <a:pt x="44032" y="15912"/>
                </a:lnTo>
                <a:lnTo>
                  <a:pt x="85128" y="15912"/>
                </a:lnTo>
                <a:cubicBezTo>
                  <a:pt x="83727" y="14678"/>
                  <a:pt x="82526" y="13244"/>
                  <a:pt x="81192" y="11976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4" name="Google Shape;274;p32"/>
          <p:cNvSpPr/>
          <p:nvPr/>
        </p:nvSpPr>
        <p:spPr>
          <a:xfrm rot="10035811">
            <a:off x="-1275756" y="-1691"/>
            <a:ext cx="3304549" cy="3183811"/>
          </a:xfrm>
          <a:custGeom>
            <a:avLst/>
            <a:gdLst/>
            <a:ahLst/>
            <a:cxnLst/>
            <a:rect l="l" t="t" r="r" b="b"/>
            <a:pathLst>
              <a:path w="76689" h="73887" extrusionOk="0">
                <a:moveTo>
                  <a:pt x="76355" y="6972"/>
                </a:moveTo>
                <a:cubicBezTo>
                  <a:pt x="71552" y="4170"/>
                  <a:pt x="66648" y="1468"/>
                  <a:pt x="60977" y="1368"/>
                </a:cubicBezTo>
                <a:cubicBezTo>
                  <a:pt x="56341" y="1301"/>
                  <a:pt x="52304" y="3603"/>
                  <a:pt x="49969" y="7606"/>
                </a:cubicBezTo>
                <a:cubicBezTo>
                  <a:pt x="47601" y="11675"/>
                  <a:pt x="47201" y="16645"/>
                  <a:pt x="45700" y="21049"/>
                </a:cubicBezTo>
                <a:cubicBezTo>
                  <a:pt x="43798" y="26786"/>
                  <a:pt x="39429" y="32290"/>
                  <a:pt x="34592" y="35859"/>
                </a:cubicBezTo>
                <a:cubicBezTo>
                  <a:pt x="32257" y="37560"/>
                  <a:pt x="29522" y="38695"/>
                  <a:pt x="26653" y="38961"/>
                </a:cubicBezTo>
                <a:cubicBezTo>
                  <a:pt x="23284" y="39228"/>
                  <a:pt x="19981" y="37827"/>
                  <a:pt x="16946" y="36660"/>
                </a:cubicBezTo>
                <a:cubicBezTo>
                  <a:pt x="12476" y="34925"/>
                  <a:pt x="7239" y="33691"/>
                  <a:pt x="3269" y="37160"/>
                </a:cubicBezTo>
                <a:cubicBezTo>
                  <a:pt x="0" y="40029"/>
                  <a:pt x="101" y="44665"/>
                  <a:pt x="2169" y="48068"/>
                </a:cubicBezTo>
                <a:cubicBezTo>
                  <a:pt x="3336" y="50003"/>
                  <a:pt x="5104" y="51537"/>
                  <a:pt x="6639" y="53172"/>
                </a:cubicBezTo>
                <a:cubicBezTo>
                  <a:pt x="8840" y="55440"/>
                  <a:pt x="10508" y="57942"/>
                  <a:pt x="11575" y="60944"/>
                </a:cubicBezTo>
                <a:cubicBezTo>
                  <a:pt x="12943" y="64947"/>
                  <a:pt x="12843" y="69350"/>
                  <a:pt x="11575" y="73353"/>
                </a:cubicBezTo>
                <a:cubicBezTo>
                  <a:pt x="11442" y="73720"/>
                  <a:pt x="12009" y="73886"/>
                  <a:pt x="12142" y="73519"/>
                </a:cubicBezTo>
                <a:cubicBezTo>
                  <a:pt x="13644" y="69016"/>
                  <a:pt x="13543" y="63913"/>
                  <a:pt x="11675" y="59543"/>
                </a:cubicBezTo>
                <a:cubicBezTo>
                  <a:pt x="10775" y="57341"/>
                  <a:pt x="9507" y="55407"/>
                  <a:pt x="7939" y="53605"/>
                </a:cubicBezTo>
                <a:cubicBezTo>
                  <a:pt x="6038" y="51504"/>
                  <a:pt x="3870" y="49702"/>
                  <a:pt x="2369" y="47267"/>
                </a:cubicBezTo>
                <a:cubicBezTo>
                  <a:pt x="701" y="44599"/>
                  <a:pt x="968" y="41430"/>
                  <a:pt x="2602" y="38861"/>
                </a:cubicBezTo>
                <a:cubicBezTo>
                  <a:pt x="4771" y="35426"/>
                  <a:pt x="9040" y="35225"/>
                  <a:pt x="12643" y="35993"/>
                </a:cubicBezTo>
                <a:cubicBezTo>
                  <a:pt x="18147" y="37160"/>
                  <a:pt x="22717" y="40429"/>
                  <a:pt x="28554" y="39328"/>
                </a:cubicBezTo>
                <a:cubicBezTo>
                  <a:pt x="33491" y="38394"/>
                  <a:pt x="37527" y="34592"/>
                  <a:pt x="40596" y="30922"/>
                </a:cubicBezTo>
                <a:cubicBezTo>
                  <a:pt x="43965" y="26853"/>
                  <a:pt x="46167" y="22383"/>
                  <a:pt x="47468" y="17246"/>
                </a:cubicBezTo>
                <a:cubicBezTo>
                  <a:pt x="48769" y="12075"/>
                  <a:pt x="49836" y="6405"/>
                  <a:pt x="54806" y="3503"/>
                </a:cubicBezTo>
                <a:cubicBezTo>
                  <a:pt x="60710" y="0"/>
                  <a:pt x="68049" y="3136"/>
                  <a:pt x="73453" y="6071"/>
                </a:cubicBezTo>
                <a:cubicBezTo>
                  <a:pt x="74320" y="6538"/>
                  <a:pt x="75154" y="7039"/>
                  <a:pt x="75988" y="7539"/>
                </a:cubicBezTo>
                <a:cubicBezTo>
                  <a:pt x="76388" y="7706"/>
                  <a:pt x="76689" y="7172"/>
                  <a:pt x="76355" y="697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5" name="Google Shape;275;p32"/>
          <p:cNvSpPr/>
          <p:nvPr/>
        </p:nvSpPr>
        <p:spPr>
          <a:xfrm rot="7254111">
            <a:off x="423699" y="2539375"/>
            <a:ext cx="935189" cy="919656"/>
          </a:xfrm>
          <a:custGeom>
            <a:avLst/>
            <a:gdLst/>
            <a:ahLst/>
            <a:cxnLst/>
            <a:rect l="l" t="t" r="r" b="b"/>
            <a:pathLst>
              <a:path w="28054" h="27588" extrusionOk="0">
                <a:moveTo>
                  <a:pt x="20915" y="1969"/>
                </a:moveTo>
                <a:cubicBezTo>
                  <a:pt x="20548" y="1635"/>
                  <a:pt x="20114" y="1302"/>
                  <a:pt x="19647" y="1035"/>
                </a:cubicBezTo>
                <a:cubicBezTo>
                  <a:pt x="17779" y="1"/>
                  <a:pt x="15244" y="168"/>
                  <a:pt x="13576" y="1535"/>
                </a:cubicBezTo>
                <a:cubicBezTo>
                  <a:pt x="11608" y="3070"/>
                  <a:pt x="10608" y="5805"/>
                  <a:pt x="9707" y="8040"/>
                </a:cubicBezTo>
                <a:cubicBezTo>
                  <a:pt x="9640" y="8173"/>
                  <a:pt x="9607" y="8240"/>
                  <a:pt x="9574" y="8374"/>
                </a:cubicBezTo>
                <a:cubicBezTo>
                  <a:pt x="8573" y="10809"/>
                  <a:pt x="7305" y="12043"/>
                  <a:pt x="4970" y="13411"/>
                </a:cubicBezTo>
                <a:cubicBezTo>
                  <a:pt x="4136" y="13911"/>
                  <a:pt x="3236" y="14411"/>
                  <a:pt x="2569" y="15145"/>
                </a:cubicBezTo>
                <a:cubicBezTo>
                  <a:pt x="0" y="17714"/>
                  <a:pt x="934" y="22417"/>
                  <a:pt x="3769" y="24685"/>
                </a:cubicBezTo>
                <a:cubicBezTo>
                  <a:pt x="7439" y="27587"/>
                  <a:pt x="12876" y="26853"/>
                  <a:pt x="17179" y="25019"/>
                </a:cubicBezTo>
                <a:cubicBezTo>
                  <a:pt x="17980" y="24685"/>
                  <a:pt x="18747" y="24318"/>
                  <a:pt x="19481" y="23885"/>
                </a:cubicBezTo>
                <a:cubicBezTo>
                  <a:pt x="21182" y="22917"/>
                  <a:pt x="22783" y="21750"/>
                  <a:pt x="23984" y="20215"/>
                </a:cubicBezTo>
                <a:cubicBezTo>
                  <a:pt x="28053" y="14978"/>
                  <a:pt x="25652" y="6072"/>
                  <a:pt x="20915" y="196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6" name="Google Shape;276;p32"/>
          <p:cNvSpPr txBox="1">
            <a:spLocks noGrp="1"/>
          </p:cNvSpPr>
          <p:nvPr>
            <p:ph type="title"/>
          </p:nvPr>
        </p:nvSpPr>
        <p:spPr>
          <a:xfrm>
            <a:off x="3523400" y="1052967"/>
            <a:ext cx="5145200" cy="99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missioner"/>
              <a:buNone/>
              <a:defRPr sz="7466"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>
            <a:endParaRPr/>
          </a:p>
        </p:txBody>
      </p:sp>
      <p:sp>
        <p:nvSpPr>
          <p:cNvPr id="277" name="Google Shape;277;p32"/>
          <p:cNvSpPr txBox="1">
            <a:spLocks noGrp="1"/>
          </p:cNvSpPr>
          <p:nvPr>
            <p:ph type="subTitle" idx="1"/>
          </p:nvPr>
        </p:nvSpPr>
        <p:spPr>
          <a:xfrm>
            <a:off x="3523400" y="2361835"/>
            <a:ext cx="5145200" cy="47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33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 b="1"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 b="1"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 b="1"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 b="1"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 b="1"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 b="1"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 b="1"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8" name="Google Shape;278;p32"/>
          <p:cNvSpPr txBox="1">
            <a:spLocks noGrp="1"/>
          </p:cNvSpPr>
          <p:nvPr>
            <p:ph type="subTitle" idx="2"/>
          </p:nvPr>
        </p:nvSpPr>
        <p:spPr>
          <a:xfrm>
            <a:off x="3523400" y="2873900"/>
            <a:ext cx="5145200" cy="12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79" name="Google Shape;279;p32"/>
          <p:cNvSpPr txBox="1"/>
          <p:nvPr/>
        </p:nvSpPr>
        <p:spPr>
          <a:xfrm>
            <a:off x="3770000" y="4815833"/>
            <a:ext cx="4652000" cy="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chivo Narrow"/>
              <a:buNone/>
            </a:pPr>
            <a:r>
              <a:rPr lang="e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CREDITS: This presentation template was created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Syne"/>
                <a:ea typeface="Syne"/>
                <a:cs typeface="Syne"/>
                <a:sym typeface="Syn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, including icons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Syne"/>
                <a:ea typeface="Syne"/>
                <a:cs typeface="Syne"/>
                <a:sym typeface="Syn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, and infographics &amp; images by </a:t>
            </a:r>
            <a:r>
              <a:rPr lang="en" sz="1600" b="1">
                <a:solidFill>
                  <a:schemeClr val="dk1"/>
                </a:solidFill>
                <a:uFill>
                  <a:noFill/>
                </a:uFill>
                <a:latin typeface="Syne"/>
                <a:ea typeface="Syne"/>
                <a:cs typeface="Syne"/>
                <a:sym typeface="Syn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 </a:t>
            </a:r>
            <a:endParaRPr sz="16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</p:spTree>
    <p:extLst>
      <p:ext uri="{BB962C8B-B14F-4D97-AF65-F5344CB8AC3E}">
        <p14:creationId xmlns:p14="http://schemas.microsoft.com/office/powerpoint/2010/main" val="153086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3100">
                <a:solidFill>
                  <a:schemeClr val="dk2"/>
                </a:solidFill>
                <a:latin typeface="Commissioner ExtraBold"/>
                <a:ea typeface="Commissioner ExtraBold"/>
                <a:cs typeface="Commissioner ExtraBold"/>
                <a:sym typeface="Commissioner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yne"/>
              <a:buChar char="●"/>
              <a:defRPr sz="18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○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■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○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■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●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○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yne"/>
              <a:buChar char="■"/>
              <a:defRPr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17990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2" r:id="rId30"/>
    <p:sldLayoutId id="2147483693" r:id="rId31"/>
    <p:sldLayoutId id="2147483694" r:id="rId3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0.png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customXml" Target="../ink/ink18.xml"/><Relationship Id="rId7" Type="http://schemas.openxmlformats.org/officeDocument/2006/relationships/customXml" Target="../ink/ink3.xml"/><Relationship Id="rId12" Type="http://schemas.openxmlformats.org/officeDocument/2006/relationships/image" Target="../media/image6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0.png"/><Relationship Id="rId20" Type="http://schemas.openxmlformats.org/officeDocument/2006/relationships/image" Target="../media/image10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30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customXml" Target="../ink/ink17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10" Type="http://schemas.openxmlformats.org/officeDocument/2006/relationships/image" Target="../media/image50.png"/><Relationship Id="rId19" Type="http://schemas.openxmlformats.org/officeDocument/2006/relationships/customXml" Target="../ink/ink9.xml"/><Relationship Id="rId31" Type="http://schemas.openxmlformats.org/officeDocument/2006/relationships/customXml" Target="../ink/ink16.xml"/><Relationship Id="rId4" Type="http://schemas.openxmlformats.org/officeDocument/2006/relationships/image" Target="../media/image20.png"/><Relationship Id="rId9" Type="http://schemas.openxmlformats.org/officeDocument/2006/relationships/customXml" Target="../ink/ink4.xml"/><Relationship Id="rId14" Type="http://schemas.openxmlformats.org/officeDocument/2006/relationships/image" Target="../media/image70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customXml" Target="../ink/ink15.xml"/><Relationship Id="rId35" Type="http://schemas.openxmlformats.org/officeDocument/2006/relationships/customXml" Target="../ink/ink19.xml"/><Relationship Id="rId8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EFAEB73-FBC2-B2BB-91F9-36003BA7C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250" y="1576867"/>
            <a:ext cx="2556801" cy="2556801"/>
          </a:xfrm>
          <a:prstGeom prst="rect">
            <a:avLst/>
          </a:prstGeom>
        </p:spPr>
      </p:pic>
      <p:sp>
        <p:nvSpPr>
          <p:cNvPr id="296" name="Google Shape;296;p37"/>
          <p:cNvSpPr txBox="1">
            <a:spLocks noGrp="1"/>
          </p:cNvSpPr>
          <p:nvPr>
            <p:ph type="ctrTitle"/>
          </p:nvPr>
        </p:nvSpPr>
        <p:spPr>
          <a:xfrm>
            <a:off x="5039334" y="2103802"/>
            <a:ext cx="2689433" cy="155279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ar-MA" sz="8800" dirty="0"/>
              <a:t>بوصلة</a:t>
            </a:r>
            <a:endParaRPr sz="6000" dirty="0"/>
          </a:p>
        </p:txBody>
      </p:sp>
      <p:sp>
        <p:nvSpPr>
          <p:cNvPr id="297" name="Google Shape;297;p37"/>
          <p:cNvSpPr/>
          <p:nvPr/>
        </p:nvSpPr>
        <p:spPr>
          <a:xfrm>
            <a:off x="4516933" y="4795833"/>
            <a:ext cx="51932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98" name="Google Shape;298;p37"/>
          <p:cNvSpPr txBox="1">
            <a:spLocks noGrp="1"/>
          </p:cNvSpPr>
          <p:nvPr>
            <p:ph type="subTitle" idx="1"/>
          </p:nvPr>
        </p:nvSpPr>
        <p:spPr>
          <a:xfrm>
            <a:off x="4738133" y="4873633"/>
            <a:ext cx="4750800" cy="39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fr-FR" dirty="0"/>
              <a:t>Yassine Jaouad / Achraf </a:t>
            </a:r>
            <a:r>
              <a:rPr lang="fr-FR" dirty="0" err="1"/>
              <a:t>Arag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9"/>
          <p:cNvSpPr/>
          <p:nvPr/>
        </p:nvSpPr>
        <p:spPr>
          <a:xfrm>
            <a:off x="7520833" y="4177651"/>
            <a:ext cx="3719200" cy="719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0" name="Google Shape;310;p39"/>
          <p:cNvSpPr/>
          <p:nvPr/>
        </p:nvSpPr>
        <p:spPr>
          <a:xfrm>
            <a:off x="7520833" y="2168867"/>
            <a:ext cx="3719200" cy="719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1" name="Google Shape;311;p39"/>
          <p:cNvSpPr/>
          <p:nvPr/>
        </p:nvSpPr>
        <p:spPr>
          <a:xfrm>
            <a:off x="2232200" y="4202867"/>
            <a:ext cx="3719200" cy="719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2" name="Google Shape;312;p39"/>
          <p:cNvSpPr/>
          <p:nvPr/>
        </p:nvSpPr>
        <p:spPr>
          <a:xfrm>
            <a:off x="2232200" y="2143667"/>
            <a:ext cx="3719200" cy="719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3" name="Google Shape;313;p39"/>
          <p:cNvSpPr/>
          <p:nvPr/>
        </p:nvSpPr>
        <p:spPr>
          <a:xfrm>
            <a:off x="6334867" y="4099693"/>
            <a:ext cx="1111200" cy="111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4" name="Google Shape;314;p39"/>
          <p:cNvSpPr/>
          <p:nvPr/>
        </p:nvSpPr>
        <p:spPr>
          <a:xfrm>
            <a:off x="6334867" y="2067700"/>
            <a:ext cx="1111200" cy="111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5" name="Google Shape;315;p39"/>
          <p:cNvSpPr/>
          <p:nvPr/>
        </p:nvSpPr>
        <p:spPr>
          <a:xfrm>
            <a:off x="998103" y="4099685"/>
            <a:ext cx="1114400" cy="111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6" name="Google Shape;316;p39"/>
          <p:cNvSpPr/>
          <p:nvPr/>
        </p:nvSpPr>
        <p:spPr>
          <a:xfrm>
            <a:off x="998103" y="2067685"/>
            <a:ext cx="1114400" cy="1114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17" name="Google Shape;317;p39"/>
          <p:cNvSpPr txBox="1">
            <a:spLocks noGrp="1"/>
          </p:cNvSpPr>
          <p:nvPr>
            <p:ph type="title"/>
          </p:nvPr>
        </p:nvSpPr>
        <p:spPr>
          <a:xfrm>
            <a:off x="951000" y="626000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dirty="0"/>
              <a:t>TABLE OF CONTENTS</a:t>
            </a:r>
            <a:endParaRPr dirty="0"/>
          </a:p>
        </p:txBody>
      </p:sp>
      <p:sp>
        <p:nvSpPr>
          <p:cNvPr id="318" name="Google Shape;318;p39"/>
          <p:cNvSpPr txBox="1">
            <a:spLocks noGrp="1"/>
          </p:cNvSpPr>
          <p:nvPr>
            <p:ph type="title" idx="2"/>
          </p:nvPr>
        </p:nvSpPr>
        <p:spPr>
          <a:xfrm>
            <a:off x="2264000" y="2143667"/>
            <a:ext cx="3655600" cy="71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dirty="0" err="1"/>
              <a:t>Problème</a:t>
            </a:r>
            <a:endParaRPr dirty="0"/>
          </a:p>
        </p:txBody>
      </p:sp>
      <p:sp>
        <p:nvSpPr>
          <p:cNvPr id="320" name="Google Shape;320;p39"/>
          <p:cNvSpPr txBox="1">
            <a:spLocks noGrp="1"/>
          </p:cNvSpPr>
          <p:nvPr>
            <p:ph type="title" idx="3"/>
          </p:nvPr>
        </p:nvSpPr>
        <p:spPr>
          <a:xfrm>
            <a:off x="1087144" y="2196467"/>
            <a:ext cx="905200" cy="93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321" name="Google Shape;321;p39"/>
          <p:cNvSpPr txBox="1">
            <a:spLocks noGrp="1"/>
          </p:cNvSpPr>
          <p:nvPr>
            <p:ph type="title" idx="4"/>
          </p:nvPr>
        </p:nvSpPr>
        <p:spPr>
          <a:xfrm>
            <a:off x="2229127" y="4202867"/>
            <a:ext cx="3655600" cy="71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fr-FR" dirty="0" err="1"/>
              <a:t>Soulution</a:t>
            </a:r>
            <a:endParaRPr dirty="0"/>
          </a:p>
        </p:txBody>
      </p:sp>
      <p:sp>
        <p:nvSpPr>
          <p:cNvPr id="323" name="Google Shape;323;p39"/>
          <p:cNvSpPr txBox="1">
            <a:spLocks noGrp="1"/>
          </p:cNvSpPr>
          <p:nvPr>
            <p:ph type="title" idx="6"/>
          </p:nvPr>
        </p:nvSpPr>
        <p:spPr>
          <a:xfrm>
            <a:off x="1085088" y="4230467"/>
            <a:ext cx="905200" cy="93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dirty="0"/>
              <a:t>02</a:t>
            </a:r>
            <a:endParaRPr dirty="0"/>
          </a:p>
        </p:txBody>
      </p:sp>
      <p:sp>
        <p:nvSpPr>
          <p:cNvPr id="324" name="Google Shape;324;p39"/>
          <p:cNvSpPr txBox="1">
            <a:spLocks noGrp="1"/>
          </p:cNvSpPr>
          <p:nvPr>
            <p:ph type="title" idx="7"/>
          </p:nvPr>
        </p:nvSpPr>
        <p:spPr>
          <a:xfrm>
            <a:off x="7580101" y="2168867"/>
            <a:ext cx="3660800" cy="71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609585"/>
            <a:r>
              <a:rPr lang="fr-FR" dirty="0"/>
              <a:t>Impact Attendu</a:t>
            </a:r>
            <a:endParaRPr dirty="0"/>
          </a:p>
        </p:txBody>
      </p:sp>
      <p:sp>
        <p:nvSpPr>
          <p:cNvPr id="326" name="Google Shape;326;p39"/>
          <p:cNvSpPr txBox="1">
            <a:spLocks noGrp="1"/>
          </p:cNvSpPr>
          <p:nvPr>
            <p:ph type="title" idx="9"/>
          </p:nvPr>
        </p:nvSpPr>
        <p:spPr>
          <a:xfrm>
            <a:off x="6439191" y="2196481"/>
            <a:ext cx="902800" cy="93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dirty="0"/>
              <a:t>03</a:t>
            </a:r>
            <a:endParaRPr dirty="0"/>
          </a:p>
        </p:txBody>
      </p:sp>
      <p:sp>
        <p:nvSpPr>
          <p:cNvPr id="327" name="Google Shape;327;p39"/>
          <p:cNvSpPr txBox="1">
            <a:spLocks noGrp="1"/>
          </p:cNvSpPr>
          <p:nvPr>
            <p:ph type="title" idx="13"/>
          </p:nvPr>
        </p:nvSpPr>
        <p:spPr>
          <a:xfrm>
            <a:off x="7580101" y="4202867"/>
            <a:ext cx="3660800" cy="71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609585"/>
            <a:r>
              <a:rPr lang="fr-FR" dirty="0"/>
              <a:t>Ressources nécessaires</a:t>
            </a:r>
            <a:endParaRPr dirty="0"/>
          </a:p>
        </p:txBody>
      </p:sp>
      <p:sp>
        <p:nvSpPr>
          <p:cNvPr id="329" name="Google Shape;329;p39"/>
          <p:cNvSpPr txBox="1">
            <a:spLocks noGrp="1"/>
          </p:cNvSpPr>
          <p:nvPr>
            <p:ph type="title" idx="15"/>
          </p:nvPr>
        </p:nvSpPr>
        <p:spPr>
          <a:xfrm>
            <a:off x="6439191" y="4230475"/>
            <a:ext cx="902800" cy="932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dirty="0"/>
              <a:t>04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3"/>
          <p:cNvSpPr/>
          <p:nvPr/>
        </p:nvSpPr>
        <p:spPr>
          <a:xfrm>
            <a:off x="4543567" y="3485427"/>
            <a:ext cx="30780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7" name="Google Shape;367;p43"/>
          <p:cNvSpPr/>
          <p:nvPr/>
        </p:nvSpPr>
        <p:spPr>
          <a:xfrm>
            <a:off x="8047268" y="3485427"/>
            <a:ext cx="30780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8" name="Google Shape;368;p43"/>
          <p:cNvSpPr/>
          <p:nvPr/>
        </p:nvSpPr>
        <p:spPr>
          <a:xfrm>
            <a:off x="1038265" y="3458593"/>
            <a:ext cx="30780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9" name="Google Shape;369;p43"/>
          <p:cNvSpPr txBox="1">
            <a:spLocks noGrp="1"/>
          </p:cNvSpPr>
          <p:nvPr>
            <p:ph type="title"/>
          </p:nvPr>
        </p:nvSpPr>
        <p:spPr>
          <a:xfrm>
            <a:off x="1035065" y="357562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ar-MA" dirty="0"/>
              <a:t>الحيرة و التردد</a:t>
            </a:r>
            <a:endParaRPr dirty="0"/>
          </a:p>
        </p:txBody>
      </p:sp>
      <p:sp>
        <p:nvSpPr>
          <p:cNvPr id="371" name="Google Shape;371;p43"/>
          <p:cNvSpPr txBox="1">
            <a:spLocks noGrp="1"/>
          </p:cNvSpPr>
          <p:nvPr>
            <p:ph type="title" idx="2"/>
          </p:nvPr>
        </p:nvSpPr>
        <p:spPr>
          <a:xfrm>
            <a:off x="4540367" y="357562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ar-MA" dirty="0"/>
              <a:t>الموجه</a:t>
            </a:r>
            <a:endParaRPr dirty="0"/>
          </a:p>
        </p:txBody>
      </p:sp>
      <p:sp>
        <p:nvSpPr>
          <p:cNvPr id="373" name="Google Shape;373;p43"/>
          <p:cNvSpPr txBox="1">
            <a:spLocks noGrp="1"/>
          </p:cNvSpPr>
          <p:nvPr>
            <p:ph type="title" idx="4"/>
          </p:nvPr>
        </p:nvSpPr>
        <p:spPr>
          <a:xfrm>
            <a:off x="8044068" y="357562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ar-MA" dirty="0"/>
              <a:t>اشرف </a:t>
            </a:r>
            <a:r>
              <a:rPr lang="fr-FR" dirty="0"/>
              <a:t>  VS </a:t>
            </a:r>
            <a:r>
              <a:rPr lang="ar-MA" dirty="0"/>
              <a:t>ياسين</a:t>
            </a:r>
            <a:endParaRPr dirty="0"/>
          </a:p>
        </p:txBody>
      </p:sp>
      <p:sp>
        <p:nvSpPr>
          <p:cNvPr id="375" name="Google Shape;375;p43"/>
          <p:cNvSpPr txBox="1">
            <a:spLocks noGrp="1"/>
          </p:cNvSpPr>
          <p:nvPr>
            <p:ph type="title" idx="6"/>
          </p:nvPr>
        </p:nvSpPr>
        <p:spPr>
          <a:xfrm>
            <a:off x="640752" y="1596857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dirty="0" err="1"/>
              <a:t>Problème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5DE954F-7EC7-D1C9-88F3-A1BACB3AA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970" y="4432924"/>
            <a:ext cx="2255043" cy="189607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E1CF552-3072-C633-C5CF-3AE905E8F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478" y="4407692"/>
            <a:ext cx="2032397" cy="203239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614E5B9-1B0E-05CE-2B50-225DFEA76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963" y="4732081"/>
            <a:ext cx="966788" cy="96678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994AF7F3-0987-853E-2EAA-977DEEE97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3656" y="4732081"/>
            <a:ext cx="966788" cy="9667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3"/>
          <p:cNvSpPr/>
          <p:nvPr/>
        </p:nvSpPr>
        <p:spPr>
          <a:xfrm>
            <a:off x="4543567" y="3456851"/>
            <a:ext cx="30780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7" name="Google Shape;367;p43"/>
          <p:cNvSpPr/>
          <p:nvPr/>
        </p:nvSpPr>
        <p:spPr>
          <a:xfrm>
            <a:off x="8047268" y="3485427"/>
            <a:ext cx="30780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8" name="Google Shape;368;p43"/>
          <p:cNvSpPr/>
          <p:nvPr/>
        </p:nvSpPr>
        <p:spPr>
          <a:xfrm>
            <a:off x="1038265" y="3458593"/>
            <a:ext cx="30780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9" name="Google Shape;369;p43"/>
          <p:cNvSpPr txBox="1">
            <a:spLocks noGrp="1"/>
          </p:cNvSpPr>
          <p:nvPr>
            <p:ph type="title"/>
          </p:nvPr>
        </p:nvSpPr>
        <p:spPr>
          <a:xfrm>
            <a:off x="1035065" y="357562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fr-FR" dirty="0" err="1"/>
              <a:t>Tendences</a:t>
            </a:r>
            <a:endParaRPr dirty="0"/>
          </a:p>
        </p:txBody>
      </p:sp>
      <p:sp>
        <p:nvSpPr>
          <p:cNvPr id="371" name="Google Shape;371;p43"/>
          <p:cNvSpPr txBox="1">
            <a:spLocks noGrp="1"/>
          </p:cNvSpPr>
          <p:nvPr>
            <p:ph type="title" idx="2"/>
          </p:nvPr>
        </p:nvSpPr>
        <p:spPr>
          <a:xfrm>
            <a:off x="4540367" y="357562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fr-FR" dirty="0"/>
              <a:t>Capacités</a:t>
            </a:r>
            <a:endParaRPr dirty="0"/>
          </a:p>
        </p:txBody>
      </p:sp>
      <p:sp>
        <p:nvSpPr>
          <p:cNvPr id="373" name="Google Shape;373;p43"/>
          <p:cNvSpPr txBox="1">
            <a:spLocks noGrp="1"/>
          </p:cNvSpPr>
          <p:nvPr>
            <p:ph type="title" idx="4"/>
          </p:nvPr>
        </p:nvSpPr>
        <p:spPr>
          <a:xfrm>
            <a:off x="8044068" y="357562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fr-FR" dirty="0"/>
              <a:t>Bonne orientation</a:t>
            </a:r>
            <a:endParaRPr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A097157-247A-7495-C9EF-E9CE93A90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429" y="908946"/>
            <a:ext cx="1110098" cy="1110098"/>
          </a:xfrm>
          <a:prstGeom prst="rect">
            <a:avLst/>
          </a:prstGeom>
        </p:spPr>
      </p:pic>
      <p:sp>
        <p:nvSpPr>
          <p:cNvPr id="6" name="Google Shape;296;p37">
            <a:extLst>
              <a:ext uri="{FF2B5EF4-FFF2-40B4-BE49-F238E27FC236}">
                <a16:creationId xmlns:a16="http://schemas.microsoft.com/office/drawing/2014/main" id="{0841EDE6-FFAF-569A-4402-F8F1F77D1C18}"/>
              </a:ext>
            </a:extLst>
          </p:cNvPr>
          <p:cNvSpPr txBox="1">
            <a:spLocks/>
          </p:cNvSpPr>
          <p:nvPr/>
        </p:nvSpPr>
        <p:spPr>
          <a:xfrm>
            <a:off x="5381204" y="1279966"/>
            <a:ext cx="1772057" cy="98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667" b="1" i="0" u="none" strike="noStrike" cap="none">
                <a:solidFill>
                  <a:schemeClr val="lt2"/>
                </a:solidFill>
                <a:latin typeface="Syne"/>
                <a:ea typeface="Syne"/>
                <a:cs typeface="Syne"/>
                <a:sym typeface="Sy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Barlow SemiBold"/>
              <a:buNone/>
              <a:defRPr sz="2800" b="0" i="0" u="none" strike="noStrike" cap="none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r>
              <a:rPr lang="ar-MA" sz="3600" kern="0" dirty="0"/>
              <a:t>بوصلة</a:t>
            </a:r>
            <a:endParaRPr lang="ar-MA" sz="4000" kern="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B00004C-BF23-92B2-3430-268967E20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78" b="89778" l="3556" r="89778">
                        <a14:foregroundMark x1="3556" y1="56889" x2="8000" y2="58667"/>
                        <a14:foregroundMark x1="55556" y1="12000" x2="49778" y2="13778"/>
                        <a14:backgroundMark x1="4444" y1="60444" x2="4444" y2="604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3159" y="4526936"/>
            <a:ext cx="1565364" cy="156536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566A3EF-B469-4AD9-5140-BA87B5E0DA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83876" y="4455871"/>
            <a:ext cx="1565364" cy="156536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DD7BBEE-B45F-4F75-F169-F5E5A87941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5322" y="4526936"/>
            <a:ext cx="1302314" cy="130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61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3844FC59-E4C1-E4C5-8AB3-C6EA4DAB1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29" y="1270337"/>
            <a:ext cx="981512" cy="98151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E76554A-1318-B43B-81D2-C233F35C5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90541" y="-690563"/>
            <a:ext cx="8239125" cy="823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238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3"/>
          <p:cNvSpPr/>
          <p:nvPr/>
        </p:nvSpPr>
        <p:spPr>
          <a:xfrm>
            <a:off x="4543567" y="3485427"/>
            <a:ext cx="30780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7" name="Google Shape;367;p43"/>
          <p:cNvSpPr/>
          <p:nvPr/>
        </p:nvSpPr>
        <p:spPr>
          <a:xfrm>
            <a:off x="8047268" y="3485427"/>
            <a:ext cx="30780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8" name="Google Shape;368;p43"/>
          <p:cNvSpPr/>
          <p:nvPr/>
        </p:nvSpPr>
        <p:spPr>
          <a:xfrm>
            <a:off x="1038265" y="3458593"/>
            <a:ext cx="30780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9" name="Google Shape;369;p43"/>
          <p:cNvSpPr txBox="1">
            <a:spLocks noGrp="1"/>
          </p:cNvSpPr>
          <p:nvPr>
            <p:ph type="title"/>
          </p:nvPr>
        </p:nvSpPr>
        <p:spPr>
          <a:xfrm>
            <a:off x="1035065" y="357562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ar-MA" dirty="0"/>
              <a:t>مستقبل افضل</a:t>
            </a:r>
            <a:endParaRPr dirty="0"/>
          </a:p>
        </p:txBody>
      </p:sp>
      <p:sp>
        <p:nvSpPr>
          <p:cNvPr id="371" name="Google Shape;371;p43"/>
          <p:cNvSpPr txBox="1">
            <a:spLocks noGrp="1"/>
          </p:cNvSpPr>
          <p:nvPr>
            <p:ph type="title" idx="2"/>
          </p:nvPr>
        </p:nvSpPr>
        <p:spPr>
          <a:xfrm>
            <a:off x="4540367" y="357562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rtl="1"/>
            <a:r>
              <a:rPr lang="ar-MA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هدر مدرسي</a:t>
            </a:r>
            <a:br>
              <a:rPr lang="ar-MA" b="0" i="0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</a:br>
            <a:br>
              <a:rPr lang="ar-MA" b="0" i="0" dirty="0">
                <a:solidFill>
                  <a:srgbClr val="000000"/>
                </a:solidFill>
                <a:effectLst/>
                <a:latin typeface="Times" pitchFamily="2" charset="0"/>
              </a:rPr>
            </a:br>
            <a:br>
              <a:rPr lang="ar-MA" b="0" i="0" dirty="0">
                <a:solidFill>
                  <a:srgbClr val="000000"/>
                </a:solidFill>
                <a:effectLst/>
                <a:latin typeface="Times" pitchFamily="2" charset="0"/>
              </a:rPr>
            </a:br>
            <a:endParaRPr dirty="0"/>
          </a:p>
        </p:txBody>
      </p:sp>
      <p:sp>
        <p:nvSpPr>
          <p:cNvPr id="373" name="Google Shape;373;p43"/>
          <p:cNvSpPr txBox="1">
            <a:spLocks noGrp="1"/>
          </p:cNvSpPr>
          <p:nvPr>
            <p:ph type="title" idx="4"/>
          </p:nvPr>
        </p:nvSpPr>
        <p:spPr>
          <a:xfrm>
            <a:off x="8044068" y="357562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ar-MA" dirty="0"/>
              <a:t>بطالة</a:t>
            </a:r>
            <a:endParaRPr dirty="0"/>
          </a:p>
        </p:txBody>
      </p:sp>
      <p:sp>
        <p:nvSpPr>
          <p:cNvPr id="375" name="Google Shape;375;p43"/>
          <p:cNvSpPr txBox="1">
            <a:spLocks noGrp="1"/>
          </p:cNvSpPr>
          <p:nvPr>
            <p:ph type="title" idx="6"/>
          </p:nvPr>
        </p:nvSpPr>
        <p:spPr>
          <a:xfrm>
            <a:off x="640752" y="1596857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ar-MA" dirty="0"/>
              <a:t>الاثر المتوقع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3791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3"/>
          <p:cNvSpPr/>
          <p:nvPr/>
        </p:nvSpPr>
        <p:spPr>
          <a:xfrm>
            <a:off x="4543567" y="3485427"/>
            <a:ext cx="30780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7" name="Google Shape;367;p43"/>
          <p:cNvSpPr/>
          <p:nvPr/>
        </p:nvSpPr>
        <p:spPr>
          <a:xfrm>
            <a:off x="8047268" y="3485427"/>
            <a:ext cx="30780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8" name="Google Shape;368;p43"/>
          <p:cNvSpPr/>
          <p:nvPr/>
        </p:nvSpPr>
        <p:spPr>
          <a:xfrm>
            <a:off x="1038265" y="3458593"/>
            <a:ext cx="3078000" cy="548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69" name="Google Shape;369;p43"/>
          <p:cNvSpPr txBox="1">
            <a:spLocks noGrp="1"/>
          </p:cNvSpPr>
          <p:nvPr>
            <p:ph type="title"/>
          </p:nvPr>
        </p:nvSpPr>
        <p:spPr>
          <a:xfrm>
            <a:off x="1035065" y="357562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fr-FR" dirty="0" err="1"/>
              <a:t>Dévloppeurs</a:t>
            </a:r>
            <a:endParaRPr dirty="0"/>
          </a:p>
        </p:txBody>
      </p:sp>
      <p:sp>
        <p:nvSpPr>
          <p:cNvPr id="371" name="Google Shape;371;p43"/>
          <p:cNvSpPr txBox="1">
            <a:spLocks noGrp="1"/>
          </p:cNvSpPr>
          <p:nvPr>
            <p:ph type="title" idx="2"/>
          </p:nvPr>
        </p:nvSpPr>
        <p:spPr>
          <a:xfrm>
            <a:off x="4540367" y="357562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fr-FR" dirty="0"/>
              <a:t>Orienteur</a:t>
            </a:r>
            <a:endParaRPr dirty="0"/>
          </a:p>
        </p:txBody>
      </p:sp>
      <p:sp>
        <p:nvSpPr>
          <p:cNvPr id="373" name="Google Shape;373;p43"/>
          <p:cNvSpPr txBox="1">
            <a:spLocks noGrp="1"/>
          </p:cNvSpPr>
          <p:nvPr>
            <p:ph type="title" idx="4"/>
          </p:nvPr>
        </p:nvSpPr>
        <p:spPr>
          <a:xfrm>
            <a:off x="8044068" y="3575627"/>
            <a:ext cx="3084400" cy="36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fr-FR" dirty="0"/>
              <a:t>Marketer</a:t>
            </a:r>
            <a:endParaRPr dirty="0"/>
          </a:p>
        </p:txBody>
      </p:sp>
      <p:sp>
        <p:nvSpPr>
          <p:cNvPr id="375" name="Google Shape;375;p43"/>
          <p:cNvSpPr txBox="1">
            <a:spLocks noGrp="1"/>
          </p:cNvSpPr>
          <p:nvPr>
            <p:ph type="title" idx="6"/>
          </p:nvPr>
        </p:nvSpPr>
        <p:spPr>
          <a:xfrm>
            <a:off x="640752" y="1596857"/>
            <a:ext cx="10290000" cy="6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dirty="0" err="1"/>
              <a:t>Ressources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7725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72"/>
          <p:cNvSpPr txBox="1">
            <a:spLocks noGrp="1"/>
          </p:cNvSpPr>
          <p:nvPr>
            <p:ph type="title"/>
          </p:nvPr>
        </p:nvSpPr>
        <p:spPr>
          <a:xfrm>
            <a:off x="2552402" y="1863651"/>
            <a:ext cx="5145200" cy="99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5800"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1061" name="Google Shape;1061;p72"/>
          <p:cNvSpPr txBox="1">
            <a:spLocks noGrp="1"/>
          </p:cNvSpPr>
          <p:nvPr>
            <p:ph type="subTitle" idx="1"/>
          </p:nvPr>
        </p:nvSpPr>
        <p:spPr>
          <a:xfrm>
            <a:off x="2835023" y="3418491"/>
            <a:ext cx="5145200" cy="47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" dirty="0"/>
              <a:t>Does anyone have any questions?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C3BBB2E6-6D0C-3FED-C5CD-C1E01A8BB1E7}"/>
                  </a:ext>
                </a:extLst>
              </p14:cNvPr>
              <p14:cNvContentPartPr/>
              <p14:nvPr/>
            </p14:nvContentPartPr>
            <p14:xfrm>
              <a:off x="3056863" y="4045371"/>
              <a:ext cx="3535920" cy="1677600"/>
            </p14:xfrm>
          </p:contentPart>
        </mc:Choice>
        <mc:Fallback xmlns=""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C3BBB2E6-6D0C-3FED-C5CD-C1E01A8BB1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863" y="4036731"/>
                <a:ext cx="3553560" cy="169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CBAC24D0-B53B-1075-0CA2-88721BE0AB36}"/>
                  </a:ext>
                </a:extLst>
              </p14:cNvPr>
              <p14:cNvContentPartPr/>
              <p14:nvPr/>
            </p14:nvContentPartPr>
            <p14:xfrm>
              <a:off x="4121383" y="3855651"/>
              <a:ext cx="360" cy="360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CBAC24D0-B53B-1075-0CA2-88721BE0AB3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58743" y="3477651"/>
                <a:ext cx="126000" cy="75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e 16">
            <a:extLst>
              <a:ext uri="{FF2B5EF4-FFF2-40B4-BE49-F238E27FC236}">
                <a16:creationId xmlns:a16="http://schemas.microsoft.com/office/drawing/2014/main" id="{7184D16C-E312-E0EC-DD21-F9B43C913720}"/>
              </a:ext>
            </a:extLst>
          </p:cNvPr>
          <p:cNvGrpSpPr/>
          <p:nvPr/>
        </p:nvGrpSpPr>
        <p:grpSpPr>
          <a:xfrm>
            <a:off x="3885943" y="4174971"/>
            <a:ext cx="3307680" cy="1596960"/>
            <a:chOff x="3885943" y="4174971"/>
            <a:chExt cx="3307680" cy="15969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11" name="Encre 10">
                  <a:extLst>
                    <a:ext uri="{FF2B5EF4-FFF2-40B4-BE49-F238E27FC236}">
                      <a16:creationId xmlns:a16="http://schemas.microsoft.com/office/drawing/2014/main" id="{4EA16C9D-499D-0019-CD4D-DAAA57B0A1B0}"/>
                    </a:ext>
                  </a:extLst>
                </p14:cNvPr>
                <p14:cNvContentPartPr/>
                <p14:nvPr/>
              </p14:nvContentPartPr>
              <p14:xfrm>
                <a:off x="3885943" y="4174971"/>
                <a:ext cx="2115000" cy="1352160"/>
              </p14:xfrm>
            </p:contentPart>
          </mc:Choice>
          <mc:Fallback xmlns="">
            <p:pic>
              <p:nvPicPr>
                <p:cNvPr id="11" name="Encre 10">
                  <a:extLst>
                    <a:ext uri="{FF2B5EF4-FFF2-40B4-BE49-F238E27FC236}">
                      <a16:creationId xmlns:a16="http://schemas.microsoft.com/office/drawing/2014/main" id="{4EA16C9D-499D-0019-CD4D-DAAA57B0A1B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68303" y="4066971"/>
                  <a:ext cx="2150640" cy="15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12" name="Encre 11">
                  <a:extLst>
                    <a:ext uri="{FF2B5EF4-FFF2-40B4-BE49-F238E27FC236}">
                      <a16:creationId xmlns:a16="http://schemas.microsoft.com/office/drawing/2014/main" id="{FF945FAE-3628-CCB6-EF98-DD8033CE1971}"/>
                    </a:ext>
                  </a:extLst>
                </p14:cNvPr>
                <p14:cNvContentPartPr/>
                <p14:nvPr/>
              </p14:nvContentPartPr>
              <p14:xfrm>
                <a:off x="5557783" y="4823331"/>
                <a:ext cx="360" cy="360"/>
              </p14:xfrm>
            </p:contentPart>
          </mc:Choice>
          <mc:Fallback xmlns="">
            <p:pic>
              <p:nvPicPr>
                <p:cNvPr id="12" name="Encre 11">
                  <a:extLst>
                    <a:ext uri="{FF2B5EF4-FFF2-40B4-BE49-F238E27FC236}">
                      <a16:creationId xmlns:a16="http://schemas.microsoft.com/office/drawing/2014/main" id="{FF945FAE-3628-CCB6-EF98-DD8033CE197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40143" y="4715691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15" name="Encre 14">
                  <a:extLst>
                    <a:ext uri="{FF2B5EF4-FFF2-40B4-BE49-F238E27FC236}">
                      <a16:creationId xmlns:a16="http://schemas.microsoft.com/office/drawing/2014/main" id="{E487F6B1-A4DC-639A-27F0-BB5D77F98BDA}"/>
                    </a:ext>
                  </a:extLst>
                </p14:cNvPr>
                <p14:cNvContentPartPr/>
                <p14:nvPr/>
              </p14:nvContentPartPr>
              <p14:xfrm>
                <a:off x="4267183" y="4901451"/>
                <a:ext cx="2926440" cy="870480"/>
              </p14:xfrm>
            </p:contentPart>
          </mc:Choice>
          <mc:Fallback xmlns="">
            <p:pic>
              <p:nvPicPr>
                <p:cNvPr id="15" name="Encre 14">
                  <a:extLst>
                    <a:ext uri="{FF2B5EF4-FFF2-40B4-BE49-F238E27FC236}">
                      <a16:creationId xmlns:a16="http://schemas.microsoft.com/office/drawing/2014/main" id="{E487F6B1-A4DC-639A-27F0-BB5D77F98BD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04183" y="4523451"/>
                  <a:ext cx="3052080" cy="162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3">
              <p14:nvContentPartPr>
                <p14:cNvPr id="16" name="Encre 15">
                  <a:extLst>
                    <a:ext uri="{FF2B5EF4-FFF2-40B4-BE49-F238E27FC236}">
                      <a16:creationId xmlns:a16="http://schemas.microsoft.com/office/drawing/2014/main" id="{EDAD7CFD-66A8-38E6-FFBD-A70896F87A64}"/>
                    </a:ext>
                  </a:extLst>
                </p14:cNvPr>
                <p14:cNvContentPartPr/>
                <p14:nvPr/>
              </p14:nvContentPartPr>
              <p14:xfrm>
                <a:off x="6894823" y="5261091"/>
                <a:ext cx="360" cy="360"/>
              </p14:xfrm>
            </p:contentPart>
          </mc:Choice>
          <mc:Fallback xmlns="">
            <p:pic>
              <p:nvPicPr>
                <p:cNvPr id="16" name="Encre 15">
                  <a:extLst>
                    <a:ext uri="{FF2B5EF4-FFF2-40B4-BE49-F238E27FC236}">
                      <a16:creationId xmlns:a16="http://schemas.microsoft.com/office/drawing/2014/main" id="{EDAD7CFD-66A8-38E6-FFBD-A70896F87A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832183" y="4883091"/>
                  <a:ext cx="126000" cy="75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Encre 21">
                <a:extLst>
                  <a:ext uri="{FF2B5EF4-FFF2-40B4-BE49-F238E27FC236}">
                    <a16:creationId xmlns:a16="http://schemas.microsoft.com/office/drawing/2014/main" id="{DF4E8C65-0474-5F46-7CEB-88C366751C21}"/>
                  </a:ext>
                </a:extLst>
              </p14:cNvPr>
              <p14:cNvContentPartPr/>
              <p14:nvPr/>
            </p14:nvContentPartPr>
            <p14:xfrm>
              <a:off x="3864343" y="4749171"/>
              <a:ext cx="4734720" cy="1290960"/>
            </p14:xfrm>
          </p:contentPart>
        </mc:Choice>
        <mc:Fallback xmlns="">
          <p:pic>
            <p:nvPicPr>
              <p:cNvPr id="22" name="Encre 21">
                <a:extLst>
                  <a:ext uri="{FF2B5EF4-FFF2-40B4-BE49-F238E27FC236}">
                    <a16:creationId xmlns:a16="http://schemas.microsoft.com/office/drawing/2014/main" id="{DF4E8C65-0474-5F46-7CEB-88C366751C2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774343" y="4569171"/>
                <a:ext cx="4914360" cy="165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DD0CFE19-B3C7-1236-1258-62F2BDDED925}"/>
                  </a:ext>
                </a:extLst>
              </p14:cNvPr>
              <p14:cNvContentPartPr/>
              <p14:nvPr/>
            </p14:nvContentPartPr>
            <p14:xfrm>
              <a:off x="9654943" y="4412931"/>
              <a:ext cx="360" cy="360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DD0CFE19-B3C7-1236-1258-62F2BDDED92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592303" y="435029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B800BDB1-6D64-9036-36FA-AD6CE8D5330E}"/>
                  </a:ext>
                </a:extLst>
              </p14:cNvPr>
              <p14:cNvContentPartPr/>
              <p14:nvPr/>
            </p14:nvContentPartPr>
            <p14:xfrm>
              <a:off x="6236383" y="5181171"/>
              <a:ext cx="1743840" cy="1118880"/>
            </p14:xfrm>
          </p:contentPart>
        </mc:Choice>
        <mc:Fallback xmlns=""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B800BDB1-6D64-9036-36FA-AD6CE8D5330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73383" y="5118171"/>
                <a:ext cx="1869480" cy="12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2" name="Encre 31">
                <a:extLst>
                  <a:ext uri="{FF2B5EF4-FFF2-40B4-BE49-F238E27FC236}">
                    <a16:creationId xmlns:a16="http://schemas.microsoft.com/office/drawing/2014/main" id="{A1B400D6-F658-C03F-B770-DF0C4279445E}"/>
                  </a:ext>
                </a:extLst>
              </p14:cNvPr>
              <p14:cNvContentPartPr/>
              <p14:nvPr/>
            </p14:nvContentPartPr>
            <p14:xfrm>
              <a:off x="3728623" y="4658091"/>
              <a:ext cx="3438000" cy="835200"/>
            </p14:xfrm>
          </p:contentPart>
        </mc:Choice>
        <mc:Fallback xmlns="">
          <p:pic>
            <p:nvPicPr>
              <p:cNvPr id="32" name="Encre 31">
                <a:extLst>
                  <a:ext uri="{FF2B5EF4-FFF2-40B4-BE49-F238E27FC236}">
                    <a16:creationId xmlns:a16="http://schemas.microsoft.com/office/drawing/2014/main" id="{A1B400D6-F658-C03F-B770-DF0C4279445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665623" y="4595451"/>
                <a:ext cx="3563640" cy="9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6" name="Encre 35">
                <a:extLst>
                  <a:ext uri="{FF2B5EF4-FFF2-40B4-BE49-F238E27FC236}">
                    <a16:creationId xmlns:a16="http://schemas.microsoft.com/office/drawing/2014/main" id="{A11FE1B6-8C5B-71F3-57A3-8A5C5BC69549}"/>
                  </a:ext>
                </a:extLst>
              </p14:cNvPr>
              <p14:cNvContentPartPr/>
              <p14:nvPr/>
            </p14:nvContentPartPr>
            <p14:xfrm>
              <a:off x="3588342" y="3816831"/>
              <a:ext cx="3073320" cy="1730160"/>
            </p14:xfrm>
          </p:contentPart>
        </mc:Choice>
        <mc:Fallback xmlns="">
          <p:pic>
            <p:nvPicPr>
              <p:cNvPr id="36" name="Encre 35">
                <a:extLst>
                  <a:ext uri="{FF2B5EF4-FFF2-40B4-BE49-F238E27FC236}">
                    <a16:creationId xmlns:a16="http://schemas.microsoft.com/office/drawing/2014/main" id="{A11FE1B6-8C5B-71F3-57A3-8A5C5BC6954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25702" y="3754191"/>
                <a:ext cx="3198960" cy="18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9" name="Encre 38">
                <a:extLst>
                  <a:ext uri="{FF2B5EF4-FFF2-40B4-BE49-F238E27FC236}">
                    <a16:creationId xmlns:a16="http://schemas.microsoft.com/office/drawing/2014/main" id="{D0BA1C1B-C988-4EE0-7401-9685EDDC7B41}"/>
                  </a:ext>
                </a:extLst>
              </p14:cNvPr>
              <p14:cNvContentPartPr/>
              <p14:nvPr/>
            </p14:nvContentPartPr>
            <p14:xfrm>
              <a:off x="3553011" y="4217829"/>
              <a:ext cx="2235960" cy="2265120"/>
            </p14:xfrm>
          </p:contentPart>
        </mc:Choice>
        <mc:Fallback xmlns="">
          <p:pic>
            <p:nvPicPr>
              <p:cNvPr id="39" name="Encre 38">
                <a:extLst>
                  <a:ext uri="{FF2B5EF4-FFF2-40B4-BE49-F238E27FC236}">
                    <a16:creationId xmlns:a16="http://schemas.microsoft.com/office/drawing/2014/main" id="{D0BA1C1B-C988-4EE0-7401-9685EDDC7B4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490011" y="4154829"/>
                <a:ext cx="2361600" cy="239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e 43">
            <a:extLst>
              <a:ext uri="{FF2B5EF4-FFF2-40B4-BE49-F238E27FC236}">
                <a16:creationId xmlns:a16="http://schemas.microsoft.com/office/drawing/2014/main" id="{F678BCDD-17C8-FED8-0C85-9EC5AC73748C}"/>
              </a:ext>
            </a:extLst>
          </p:cNvPr>
          <p:cNvGrpSpPr/>
          <p:nvPr/>
        </p:nvGrpSpPr>
        <p:grpSpPr>
          <a:xfrm>
            <a:off x="5535891" y="4581429"/>
            <a:ext cx="3447000" cy="885942"/>
            <a:chOff x="5535891" y="4581429"/>
            <a:chExt cx="3447000" cy="88594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Encre 24">
                  <a:extLst>
                    <a:ext uri="{FF2B5EF4-FFF2-40B4-BE49-F238E27FC236}">
                      <a16:creationId xmlns:a16="http://schemas.microsoft.com/office/drawing/2014/main" id="{E6CE04CD-4BCB-E49A-2520-4BC0C6A8B54D}"/>
                    </a:ext>
                  </a:extLst>
                </p14:cNvPr>
                <p14:cNvContentPartPr/>
                <p14:nvPr/>
              </p14:nvContentPartPr>
              <p14:xfrm>
                <a:off x="6791143" y="5143011"/>
                <a:ext cx="1580760" cy="86400"/>
              </p14:xfrm>
            </p:contentPart>
          </mc:Choice>
          <mc:Fallback xmlns="">
            <p:pic>
              <p:nvPicPr>
                <p:cNvPr id="25" name="Encre 24">
                  <a:extLst>
                    <a:ext uri="{FF2B5EF4-FFF2-40B4-BE49-F238E27FC236}">
                      <a16:creationId xmlns:a16="http://schemas.microsoft.com/office/drawing/2014/main" id="{E6CE04CD-4BCB-E49A-2520-4BC0C6A8B54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728503" y="5080371"/>
                  <a:ext cx="17064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Encre 25">
                  <a:extLst>
                    <a:ext uri="{FF2B5EF4-FFF2-40B4-BE49-F238E27FC236}">
                      <a16:creationId xmlns:a16="http://schemas.microsoft.com/office/drawing/2014/main" id="{7B826952-56A3-8128-B2DD-C3B76A62094B}"/>
                    </a:ext>
                  </a:extLst>
                </p14:cNvPr>
                <p14:cNvContentPartPr/>
                <p14:nvPr/>
              </p14:nvContentPartPr>
              <p14:xfrm>
                <a:off x="7436263" y="5197011"/>
                <a:ext cx="360" cy="360"/>
              </p14:xfrm>
            </p:contentPart>
          </mc:Choice>
          <mc:Fallback xmlns="">
            <p:pic>
              <p:nvPicPr>
                <p:cNvPr id="26" name="Encre 25">
                  <a:extLst>
                    <a:ext uri="{FF2B5EF4-FFF2-40B4-BE49-F238E27FC236}">
                      <a16:creationId xmlns:a16="http://schemas.microsoft.com/office/drawing/2014/main" id="{7B826952-56A3-8128-B2DD-C3B76A62094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73623" y="513401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Encre 28">
                  <a:extLst>
                    <a:ext uri="{FF2B5EF4-FFF2-40B4-BE49-F238E27FC236}">
                      <a16:creationId xmlns:a16="http://schemas.microsoft.com/office/drawing/2014/main" id="{6FCCB4BA-DE18-21EF-BD2D-EF636CE22FA4}"/>
                    </a:ext>
                  </a:extLst>
                </p14:cNvPr>
                <p14:cNvContentPartPr/>
                <p14:nvPr/>
              </p14:nvContentPartPr>
              <p14:xfrm>
                <a:off x="6909943" y="5467011"/>
                <a:ext cx="360" cy="360"/>
              </p14:xfrm>
            </p:contentPart>
          </mc:Choice>
          <mc:Fallback xmlns="">
            <p:pic>
              <p:nvPicPr>
                <p:cNvPr id="29" name="Encre 28">
                  <a:extLst>
                    <a:ext uri="{FF2B5EF4-FFF2-40B4-BE49-F238E27FC236}">
                      <a16:creationId xmlns:a16="http://schemas.microsoft.com/office/drawing/2014/main" id="{6FCCB4BA-DE18-21EF-BD2D-EF636CE22FA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46943" y="540437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0" name="Encre 29">
                  <a:extLst>
                    <a:ext uri="{FF2B5EF4-FFF2-40B4-BE49-F238E27FC236}">
                      <a16:creationId xmlns:a16="http://schemas.microsoft.com/office/drawing/2014/main" id="{454D01D5-4AF2-E28C-AF20-5BA539A0BFED}"/>
                    </a:ext>
                  </a:extLst>
                </p14:cNvPr>
                <p14:cNvContentPartPr/>
                <p14:nvPr/>
              </p14:nvContentPartPr>
              <p14:xfrm>
                <a:off x="6909943" y="5467011"/>
                <a:ext cx="360" cy="360"/>
              </p14:xfrm>
            </p:contentPart>
          </mc:Choice>
          <mc:Fallback xmlns="">
            <p:pic>
              <p:nvPicPr>
                <p:cNvPr id="30" name="Encre 29">
                  <a:extLst>
                    <a:ext uri="{FF2B5EF4-FFF2-40B4-BE49-F238E27FC236}">
                      <a16:creationId xmlns:a16="http://schemas.microsoft.com/office/drawing/2014/main" id="{454D01D5-4AF2-E28C-AF20-5BA539A0BFE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846943" y="540437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3" name="Encre 42">
                  <a:extLst>
                    <a:ext uri="{FF2B5EF4-FFF2-40B4-BE49-F238E27FC236}">
                      <a16:creationId xmlns:a16="http://schemas.microsoft.com/office/drawing/2014/main" id="{075AE780-4A7B-419B-2E13-990377A070DD}"/>
                    </a:ext>
                  </a:extLst>
                </p14:cNvPr>
                <p14:cNvContentPartPr/>
                <p14:nvPr/>
              </p14:nvContentPartPr>
              <p14:xfrm>
                <a:off x="5535891" y="4581429"/>
                <a:ext cx="3447000" cy="822960"/>
              </p14:xfrm>
            </p:contentPart>
          </mc:Choice>
          <mc:Fallback xmlns="">
            <p:pic>
              <p:nvPicPr>
                <p:cNvPr id="43" name="Encre 42">
                  <a:extLst>
                    <a:ext uri="{FF2B5EF4-FFF2-40B4-BE49-F238E27FC236}">
                      <a16:creationId xmlns:a16="http://schemas.microsoft.com/office/drawing/2014/main" id="{075AE780-4A7B-419B-2E13-990377A070D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73251" y="4518429"/>
                  <a:ext cx="3572640" cy="9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11A51E4E-02F2-528C-1DE6-AD946C891108}"/>
              </a:ext>
            </a:extLst>
          </p:cNvPr>
          <p:cNvGrpSpPr/>
          <p:nvPr/>
        </p:nvGrpSpPr>
        <p:grpSpPr>
          <a:xfrm>
            <a:off x="4112091" y="4955109"/>
            <a:ext cx="360" cy="360"/>
            <a:chOff x="4112091" y="4955109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5" name="Encre 44">
                  <a:extLst>
                    <a:ext uri="{FF2B5EF4-FFF2-40B4-BE49-F238E27FC236}">
                      <a16:creationId xmlns:a16="http://schemas.microsoft.com/office/drawing/2014/main" id="{FEF1E4CE-AE63-A8D3-7C30-F9312BFA0C56}"/>
                    </a:ext>
                  </a:extLst>
                </p14:cNvPr>
                <p14:cNvContentPartPr/>
                <p14:nvPr/>
              </p14:nvContentPartPr>
              <p14:xfrm>
                <a:off x="4112091" y="4955109"/>
                <a:ext cx="360" cy="360"/>
              </p14:xfrm>
            </p:contentPart>
          </mc:Choice>
          <mc:Fallback xmlns="">
            <p:pic>
              <p:nvPicPr>
                <p:cNvPr id="45" name="Encre 44">
                  <a:extLst>
                    <a:ext uri="{FF2B5EF4-FFF2-40B4-BE49-F238E27FC236}">
                      <a16:creationId xmlns:a16="http://schemas.microsoft.com/office/drawing/2014/main" id="{FEF1E4CE-AE63-A8D3-7C30-F9312BFA0C5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49451" y="4892109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6" name="Encre 45">
                  <a:extLst>
                    <a:ext uri="{FF2B5EF4-FFF2-40B4-BE49-F238E27FC236}">
                      <a16:creationId xmlns:a16="http://schemas.microsoft.com/office/drawing/2014/main" id="{D5932929-9820-620F-48ED-62B798944942}"/>
                    </a:ext>
                  </a:extLst>
                </p14:cNvPr>
                <p14:cNvContentPartPr/>
                <p14:nvPr/>
              </p14:nvContentPartPr>
              <p14:xfrm>
                <a:off x="4112091" y="4955109"/>
                <a:ext cx="360" cy="360"/>
              </p14:xfrm>
            </p:contentPart>
          </mc:Choice>
          <mc:Fallback xmlns="">
            <p:pic>
              <p:nvPicPr>
                <p:cNvPr id="46" name="Encre 45">
                  <a:extLst>
                    <a:ext uri="{FF2B5EF4-FFF2-40B4-BE49-F238E27FC236}">
                      <a16:creationId xmlns:a16="http://schemas.microsoft.com/office/drawing/2014/main" id="{D5932929-9820-620F-48ED-62B79894494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049451" y="4892109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Wind Energy Supplier Pitch Deck by Slidesgo">
  <a:themeElements>
    <a:clrScheme name="Simple Light">
      <a:dk1>
        <a:srgbClr val="2E3338"/>
      </a:dk1>
      <a:lt1>
        <a:srgbClr val="F6EFDC"/>
      </a:lt1>
      <a:dk2>
        <a:srgbClr val="164A4A"/>
      </a:dk2>
      <a:lt2>
        <a:srgbClr val="3F4853"/>
      </a:lt2>
      <a:accent1>
        <a:srgbClr val="81B5A8"/>
      </a:accent1>
      <a:accent2>
        <a:srgbClr val="ADDBD0"/>
      </a:accent2>
      <a:accent3>
        <a:srgbClr val="454318"/>
      </a:accent3>
      <a:accent4>
        <a:srgbClr val="FFFFFF"/>
      </a:accent4>
      <a:accent5>
        <a:srgbClr val="FFFFFF"/>
      </a:accent5>
      <a:accent6>
        <a:srgbClr val="FFFFFF"/>
      </a:accent6>
      <a:hlink>
        <a:srgbClr val="2E33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54</Words>
  <Application>Microsoft Macintosh PowerPoint</Application>
  <PresentationFormat>Grand écran</PresentationFormat>
  <Paragraphs>29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25" baseType="lpstr">
      <vt:lpstr>Archivo Narrow</vt:lpstr>
      <vt:lpstr>Arial</vt:lpstr>
      <vt:lpstr>Barlow SemiBold</vt:lpstr>
      <vt:lpstr>Bebas Neue</vt:lpstr>
      <vt:lpstr>Black Han Sans</vt:lpstr>
      <vt:lpstr>Calibri</vt:lpstr>
      <vt:lpstr>Commissioner</vt:lpstr>
      <vt:lpstr>Commissioner ExtraBold</vt:lpstr>
      <vt:lpstr>Francois One</vt:lpstr>
      <vt:lpstr>Open Sans</vt:lpstr>
      <vt:lpstr>Red Hat Display</vt:lpstr>
      <vt:lpstr>Roboto</vt:lpstr>
      <vt:lpstr>Syne</vt:lpstr>
      <vt:lpstr>Syne SemiBold</vt:lpstr>
      <vt:lpstr>tahoma</vt:lpstr>
      <vt:lpstr>Times</vt:lpstr>
      <vt:lpstr>Wind Energy Supplier Pitch Deck by Slidesgo</vt:lpstr>
      <vt:lpstr>بوصلة</vt:lpstr>
      <vt:lpstr>TABLE OF CONTENTS</vt:lpstr>
      <vt:lpstr>الحيرة و التردد</vt:lpstr>
      <vt:lpstr>Tendences</vt:lpstr>
      <vt:lpstr>Présentation PowerPoint</vt:lpstr>
      <vt:lpstr>مستقبل افضل</vt:lpstr>
      <vt:lpstr>Dévloppeurs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بوصلة</dc:title>
  <dc:creator>Microsoft Office User</dc:creator>
  <cp:lastModifiedBy>Microsoft Office User</cp:lastModifiedBy>
  <cp:revision>2</cp:revision>
  <dcterms:created xsi:type="dcterms:W3CDTF">2025-10-30T19:19:21Z</dcterms:created>
  <dcterms:modified xsi:type="dcterms:W3CDTF">2025-10-31T12:56:16Z</dcterms:modified>
</cp:coreProperties>
</file>